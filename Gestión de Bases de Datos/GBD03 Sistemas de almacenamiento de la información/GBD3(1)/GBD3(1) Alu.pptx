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</p:sldIdLst>
  <p:sldSz cx="9144000" cy="6858000" type="screen4x3"/>
  <p:notesSz cx="6858000" cy="9144000"/>
  <p:photoAlbum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73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6124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195303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35894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7069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19796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5418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00513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3442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95608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6045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50177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1ADABE-A816-47C1-BC0E-F087A4C9DF81}" type="datetimeFigureOut">
              <a:rPr lang="es-ES" smtClean="0"/>
              <a:t>02/12/2025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3CD13-5572-4047-92C2-5351DA4F5F0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5947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878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84208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618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5835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7866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4756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4088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858532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66984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469819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06747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1091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82418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359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877678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85522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25794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18091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3219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1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5460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487615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775224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379683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39270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009979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067685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92145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039697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879305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2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8786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6467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1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609023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2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040554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3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581474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4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8974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5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29529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6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052841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7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2455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8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62340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39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00053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1 Imagen" descr="Diapositiva40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012272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Office PowerPoint</Application>
  <PresentationFormat>Presentación en pantalla (4:3)</PresentationFormat>
  <Paragraphs>0</Paragraphs>
  <Slides>41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41</vt:i4>
      </vt:variant>
    </vt:vector>
  </HeadingPairs>
  <TitlesOfParts>
    <vt:vector size="42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>Pedro Guerrero López</Manager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Módulo: GBD</dc:title>
  <dc:subject>GBD3(1)</dc:subject>
  <dc:creator>Pedro Guerrero López</dc:creator>
  <cp:keywords>PGL</cp:keywords>
  <cp:lastModifiedBy>Pedro</cp:lastModifiedBy>
  <cp:revision>26</cp:revision>
  <dcterms:created xsi:type="dcterms:W3CDTF">2016-09-11T16:18:47Z</dcterms:created>
  <dcterms:modified xsi:type="dcterms:W3CDTF">2025-12-01T23:20:38Z</dcterms:modified>
  <cp:category>ASIR1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ditor">
    <vt:lpwstr>Pedro Guerrero López</vt:lpwstr>
  </property>
  <property fmtid="{D5CDD505-2E9C-101B-9397-08002B2CF9AE}" pid="3" name="Elaborado por">
    <vt:lpwstr>Pedro Guerrero López</vt:lpwstr>
  </property>
  <property fmtid="{D5CDD505-2E9C-101B-9397-08002B2CF9AE}" pid="4" name="Propietario">
    <vt:lpwstr>Pedro Guerrero López</vt:lpwstr>
  </property>
  <property fmtid="{D5CDD505-2E9C-101B-9397-08002B2CF9AE}" pid="5" name="Redactor">
    <vt:lpwstr>Pedro Guerrero López</vt:lpwstr>
  </property>
</Properties>
</file>