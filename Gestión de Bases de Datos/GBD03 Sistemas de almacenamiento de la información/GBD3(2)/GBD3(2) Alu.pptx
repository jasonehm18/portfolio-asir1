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</p:sldIdLst>
  <p:sldSz cx="9144000" cy="6858000" type="screen4x3"/>
  <p:notesSz cx="6858000" cy="9144000"/>
  <p:photoAlbum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1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953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589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06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79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41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05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44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56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45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017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94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7626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1653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2000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9870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6664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042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2938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9828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4906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626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615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6774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1641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5671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0969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2560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5192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10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067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46968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7439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8305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0504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6277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1573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72904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81831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216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83157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0198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4920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32142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94718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00965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497021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84320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74117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Presentación en pantalla (4:3)</PresentationFormat>
  <Paragraphs>0</Paragraphs>
  <Slides>37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3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>Pedro Guerrero López</Manager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Módulo: GBD</dc:title>
  <dc:subject>GBD3(2)</dc:subject>
  <dc:creator>Pedro Guerrero López</dc:creator>
  <cp:keywords>PGL</cp:keywords>
  <cp:lastModifiedBy>Pedro</cp:lastModifiedBy>
  <cp:revision>29</cp:revision>
  <dcterms:created xsi:type="dcterms:W3CDTF">2016-09-11T16:18:47Z</dcterms:created>
  <dcterms:modified xsi:type="dcterms:W3CDTF">2025-12-02T22:41:18Z</dcterms:modified>
  <cp:category>ASIR1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itor">
    <vt:lpwstr>Pedro Guerrero López</vt:lpwstr>
  </property>
  <property fmtid="{D5CDD505-2E9C-101B-9397-08002B2CF9AE}" pid="3" name="Elaborado por">
    <vt:lpwstr>Pedro Guerrero López</vt:lpwstr>
  </property>
  <property fmtid="{D5CDD505-2E9C-101B-9397-08002B2CF9AE}" pid="4" name="Propietario">
    <vt:lpwstr>Pedro Guerrero López</vt:lpwstr>
  </property>
  <property fmtid="{D5CDD505-2E9C-101B-9397-08002B2CF9AE}" pid="5" name="Redactor">
    <vt:lpwstr>Pedro Guerrero López</vt:lpwstr>
  </property>
</Properties>
</file>