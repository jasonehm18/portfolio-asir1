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</p:sldIdLst>
  <p:sldSz cx="9144000" cy="6858000" type="screen4x3"/>
  <p:notesSz cx="6858000" cy="9144000"/>
  <p:photoAlbum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73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12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953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589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706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979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41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005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344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560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045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017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ADABE-A816-47C1-BC0E-F087A4C9DF81}" type="datetimeFigureOut">
              <a:rPr lang="es-ES" smtClean="0"/>
              <a:t>07/01/2026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94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86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604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280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0519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67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295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0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261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528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1111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215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3695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4427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3176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873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8595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0410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0676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12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4675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2580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5970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8413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0285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9065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1157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9716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1823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2534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66304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92686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464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7528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1986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2078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2138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6520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44823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53183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75757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948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8390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9498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2593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0469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22811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46297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83553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39233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9021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39227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70494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1787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26054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00763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42510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28455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54521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29235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6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46022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6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65536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6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39143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6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38423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Presentación en pantalla (4:3)</PresentationFormat>
  <Paragraphs>0</Paragraphs>
  <Slides>63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6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>Pedro Guerrero López</Manager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Módulo: GBD</dc:title>
  <dc:subject>GBD3(3)</dc:subject>
  <dc:creator>Pedro Guerrero López</dc:creator>
  <cp:keywords>PGL</cp:keywords>
  <cp:lastModifiedBy>Pedro</cp:lastModifiedBy>
  <cp:revision>30</cp:revision>
  <dcterms:created xsi:type="dcterms:W3CDTF">2016-09-11T16:18:47Z</dcterms:created>
  <dcterms:modified xsi:type="dcterms:W3CDTF">2026-01-07T02:06:05Z</dcterms:modified>
  <cp:category>ASIR1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ditor">
    <vt:lpwstr>Pedro Guerrero López</vt:lpwstr>
  </property>
  <property fmtid="{D5CDD505-2E9C-101B-9397-08002B2CF9AE}" pid="3" name="Elaborado por">
    <vt:lpwstr>Pedro Guerrero López</vt:lpwstr>
  </property>
  <property fmtid="{D5CDD505-2E9C-101B-9397-08002B2CF9AE}" pid="4" name="Propietario">
    <vt:lpwstr>Pedro Guerrero López</vt:lpwstr>
  </property>
  <property fmtid="{D5CDD505-2E9C-101B-9397-08002B2CF9AE}" pid="5" name="Redactor">
    <vt:lpwstr>Pedro Guerrero López</vt:lpwstr>
  </property>
</Properties>
</file>