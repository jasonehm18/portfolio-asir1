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42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3562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940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94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425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212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103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130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666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003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6748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250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378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8947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2529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8470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0E52D-B159-4060-9A30-63E8123B21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818712-CE1A-4315-9EF2-72B704D5F3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402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es/monitores/b?ie=UTF8&amp;node=937992031" TargetMode="External"/><Relationship Id="rId2" Type="http://schemas.openxmlformats.org/officeDocument/2006/relationships/hyperlink" Target="https://www.pccomponentes.com/monitores-p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sus.com/es/displays-desktops/monitors/all-series/" TargetMode="External"/><Relationship Id="rId5" Type="http://schemas.openxmlformats.org/officeDocument/2006/relationships/hyperlink" Target="https://www.mediamarkt.es/es/category/monitores-179.html" TargetMode="External"/><Relationship Id="rId4" Type="http://schemas.openxmlformats.org/officeDocument/2006/relationships/hyperlink" Target="https://www.youtube.com/watch?v=_ZE3IsuY7O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E367D-2EDB-F05F-3B8E-5AC0B4269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Monitores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7C2027-09A0-E2BE-F400-9EAD14450E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Alumno: Richard Jason Huaracha Meléndez</a:t>
            </a:r>
            <a:br>
              <a:rPr lang="es-ES" dirty="0"/>
            </a:br>
            <a:r>
              <a:rPr lang="es-ES" dirty="0"/>
              <a:t>Curso: Fundamentos de Hardware</a:t>
            </a:r>
            <a:br>
              <a:rPr lang="es-ES" dirty="0"/>
            </a:br>
            <a:r>
              <a:rPr lang="es-ES" dirty="0"/>
              <a:t>Fecha: 24-03-2026</a:t>
            </a:r>
          </a:p>
        </p:txBody>
      </p:sp>
    </p:spTree>
    <p:extLst>
      <p:ext uri="{BB962C8B-B14F-4D97-AF65-F5344CB8AC3E}">
        <p14:creationId xmlns:p14="http://schemas.microsoft.com/office/powerpoint/2010/main" val="2144798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B7CDC-C99F-CE44-4467-448BB6E8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47C3DD-53A4-1673-5D96-D08283CC4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es-ES" dirty="0">
                <a:hlinkClick r:id="rId2" action="ppaction://hlinksldjump"/>
              </a:rPr>
              <a:t>Introducción a las Tecnologías de Panel</a:t>
            </a:r>
            <a:endParaRPr lang="es-ES" dirty="0"/>
          </a:p>
          <a:p>
            <a:r>
              <a:rPr lang="es-ES" dirty="0">
                <a:hlinkClick r:id="rId3" action="ppaction://hlinksldjump"/>
              </a:rPr>
              <a:t>Estudio de Mercado: LG</a:t>
            </a:r>
            <a:endParaRPr lang="es-ES" dirty="0"/>
          </a:p>
          <a:p>
            <a:r>
              <a:rPr lang="es-ES" dirty="0">
                <a:hlinkClick r:id="rId4" action="ppaction://hlinksldjump"/>
              </a:rPr>
              <a:t>Imágenes de LG (Gama baja, Gama media, Gama Alta)</a:t>
            </a:r>
            <a:endParaRPr lang="es-ES" dirty="0"/>
          </a:p>
          <a:p>
            <a:r>
              <a:rPr lang="es-ES" dirty="0">
                <a:hlinkClick r:id="rId5" action="ppaction://hlinksldjump"/>
              </a:rPr>
              <a:t>Estudio de Mercado: Samsung</a:t>
            </a:r>
            <a:endParaRPr lang="es-ES" dirty="0"/>
          </a:p>
          <a:p>
            <a:r>
              <a:rPr lang="es-ES" dirty="0">
                <a:hlinkClick r:id="rId6" action="ppaction://hlinksldjump"/>
              </a:rPr>
              <a:t>Imágenes de Samsung (Gama baja, Gama media, Gama Alta)</a:t>
            </a:r>
            <a:endParaRPr lang="es-ES" dirty="0"/>
          </a:p>
          <a:p>
            <a:r>
              <a:rPr lang="es-ES" dirty="0">
                <a:hlinkClick r:id="rId7" action="ppaction://hlinksldjump"/>
              </a:rPr>
              <a:t>Conclusiones Comparativas</a:t>
            </a:r>
            <a:endParaRPr lang="es-ES" dirty="0"/>
          </a:p>
          <a:p>
            <a:r>
              <a:rPr lang="es-ES" dirty="0">
                <a:hlinkClick r:id="rId8" action="ppaction://hlinksldjump"/>
              </a:rPr>
              <a:t>Tendencias y Novedades</a:t>
            </a:r>
            <a:endParaRPr lang="es-ES" dirty="0"/>
          </a:p>
          <a:p>
            <a:r>
              <a:rPr lang="es-ES" dirty="0">
                <a:hlinkClick r:id="rId9" action="ppaction://hlinksldjump"/>
              </a:rPr>
              <a:t>Bibliografía y Enlaces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73061524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ómo se ve una pantalla LCD? - Volver a brillar la pantalla">
            <a:extLst>
              <a:ext uri="{FF2B5EF4-FFF2-40B4-BE49-F238E27FC236}">
                <a16:creationId xmlns:a16="http://schemas.microsoft.com/office/drawing/2014/main" id="{A17DD29D-A42C-96C4-3D6D-539E571B0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222" y="4198250"/>
            <a:ext cx="3553740" cy="243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Qué hace que las pantallas LCD TFT sean la mejor opción para la electrónica  moderna? - Volver a brillar la pantalla">
            <a:extLst>
              <a:ext uri="{FF2B5EF4-FFF2-40B4-BE49-F238E27FC236}">
                <a16:creationId xmlns:a16="http://schemas.microsoft.com/office/drawing/2014/main" id="{6ECCC436-4F09-6C0E-879D-5DCD54C5C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4198250"/>
            <a:ext cx="4170126" cy="243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8656B79-F512-BB48-ABBD-78D7824D8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 a las Tecnologías de Panel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48F1FB-5870-7473-C468-1270AE10E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4829"/>
            <a:ext cx="8596668" cy="3880773"/>
          </a:xfrm>
        </p:spPr>
        <p:txBody>
          <a:bodyPr/>
          <a:lstStyle/>
          <a:p>
            <a:r>
              <a:rPr lang="es-ES" dirty="0"/>
              <a:t>Las pantallas LCD y TFT LCD en sus diversas versiones son los paneles más utilizados en los monitores actuales.</a:t>
            </a:r>
          </a:p>
          <a:p>
            <a:r>
              <a:rPr lang="es-ES" dirty="0"/>
              <a:t>Las tecnologías más comunes son TN (ideales para juegos por su rapidez), MVA, PVA e IPS (recomendados para todo uso por su calidad de imagen).</a:t>
            </a:r>
          </a:p>
          <a:p>
            <a:r>
              <a:rPr lang="es-ES" dirty="0"/>
              <a:t>El futuro apunta hacia los paneles OLED y mini LED, que prometen la máxima calidad de imagen, brillo superior y negros puros.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85147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▷ Las mejores marcas de monitores 2026 | Experto Hiraoka">
            <a:extLst>
              <a:ext uri="{FF2B5EF4-FFF2-40B4-BE49-F238E27FC236}">
                <a16:creationId xmlns:a16="http://schemas.microsoft.com/office/drawing/2014/main" id="{796506AD-F19D-6ABB-45AD-8F7FD65CC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88" y="4344323"/>
            <a:ext cx="8138160" cy="203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CBF19FD-2A21-25B4-FB46-1850561F0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Estudio de Mercado: LG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2980C2-A604-3CC4-7251-49972D10F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es-ES" b="1" dirty="0"/>
              <a:t>Gama Baja:</a:t>
            </a:r>
            <a:r>
              <a:rPr lang="es-ES" dirty="0"/>
              <a:t> Modelos de entrada como el LG 24MP58VQ-P ofrecen resolución Full HD en paneles IPS de 23.8 pulgadas.</a:t>
            </a:r>
          </a:p>
          <a:p>
            <a:r>
              <a:rPr lang="es-ES" b="1" dirty="0"/>
              <a:t>Gama Media:</a:t>
            </a:r>
            <a:r>
              <a:rPr lang="es-ES" dirty="0"/>
              <a:t> Opciones como el LG 32QK500 elevan la resolución a 2K (Quad HD) utilizando paneles IPS en un formato de 32 pulgadas.</a:t>
            </a:r>
          </a:p>
          <a:p>
            <a:r>
              <a:rPr lang="es-ES" b="1" dirty="0"/>
              <a:t>Gama Alta:</a:t>
            </a:r>
            <a:r>
              <a:rPr lang="es-ES" dirty="0"/>
              <a:t> Destacan los monitores profesionales curvos UltraWide como el LG 38UC99-W, con 38 pulgadas y resolución nativa de 3840 x 1600 píxeles.</a:t>
            </a:r>
          </a:p>
        </p:txBody>
      </p:sp>
    </p:spTree>
    <p:extLst>
      <p:ext uri="{BB962C8B-B14F-4D97-AF65-F5344CB8AC3E}">
        <p14:creationId xmlns:p14="http://schemas.microsoft.com/office/powerpoint/2010/main" val="2517903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LG 32QK500-W 31.5&quot; LED IPS QuadHD FreeSync | PcComponentes.com">
            <a:extLst>
              <a:ext uri="{FF2B5EF4-FFF2-40B4-BE49-F238E27FC236}">
                <a16:creationId xmlns:a16="http://schemas.microsoft.com/office/drawing/2014/main" id="{2629E13A-8FFD-FF52-64FB-C22B00342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292" y="1520690"/>
            <a:ext cx="2511674" cy="2511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onitores/lg-MP58VQ">
            <a:extLst>
              <a:ext uri="{FF2B5EF4-FFF2-40B4-BE49-F238E27FC236}">
                <a16:creationId xmlns:a16="http://schemas.microsoft.com/office/drawing/2014/main" id="{84870751-AFA0-64C1-C3F5-73B651129A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57" y="1828800"/>
            <a:ext cx="3226305" cy="1895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LG 38UC99-W 38&quot; LED IPS Ultrawide Blanco | PcComponentes.com">
            <a:extLst>
              <a:ext uri="{FF2B5EF4-FFF2-40B4-BE49-F238E27FC236}">
                <a16:creationId xmlns:a16="http://schemas.microsoft.com/office/drawing/2014/main" id="{4E0BE954-BFBF-8338-41AF-3A5C0147C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512" y="3527364"/>
            <a:ext cx="3265398" cy="326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480F15-24D6-A304-E38D-233F579A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Imágenes de LG (gama baja, gama media, gama Alta)</a:t>
            </a:r>
            <a:br>
              <a:rPr lang="es-ES" dirty="0"/>
            </a:b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BC5E3E-050A-94AF-76BD-E85FF67AE7AB}"/>
              </a:ext>
            </a:extLst>
          </p:cNvPr>
          <p:cNvSpPr txBox="1"/>
          <p:nvPr/>
        </p:nvSpPr>
        <p:spPr>
          <a:xfrm>
            <a:off x="328457" y="3724254"/>
            <a:ext cx="317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Gama Baja (LG 24MP58VQ-P)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8BBC9A-9221-039C-3076-3B172D491F61}"/>
              </a:ext>
            </a:extLst>
          </p:cNvPr>
          <p:cNvSpPr txBox="1"/>
          <p:nvPr/>
        </p:nvSpPr>
        <p:spPr>
          <a:xfrm>
            <a:off x="6187780" y="3839954"/>
            <a:ext cx="305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Gama Media (LG 32QK500)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0F68797-CD33-56BF-C9B0-2AD52058D933}"/>
              </a:ext>
            </a:extLst>
          </p:cNvPr>
          <p:cNvSpPr txBox="1"/>
          <p:nvPr/>
        </p:nvSpPr>
        <p:spPr>
          <a:xfrm>
            <a:off x="3443241" y="6164318"/>
            <a:ext cx="305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Gama Alta (LG 38UC99-W)</a:t>
            </a:r>
          </a:p>
        </p:txBody>
      </p:sp>
      <p:pic>
        <p:nvPicPr>
          <p:cNvPr id="2058" name="Picture 10" descr="A Look Into the Most Unique Logo Development Processes: The LG Logo — m  design">
            <a:extLst>
              <a:ext uri="{FF2B5EF4-FFF2-40B4-BE49-F238E27FC236}">
                <a16:creationId xmlns:a16="http://schemas.microsoft.com/office/drawing/2014/main" id="{843A069A-7A53-9664-E1C9-4543228B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408" y="2390528"/>
            <a:ext cx="2838285" cy="149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623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Samsung presenta nuevos monitores con IA">
            <a:extLst>
              <a:ext uri="{FF2B5EF4-FFF2-40B4-BE49-F238E27FC236}">
                <a16:creationId xmlns:a16="http://schemas.microsoft.com/office/drawing/2014/main" id="{AD81C4FA-BE28-33B2-206F-92C385693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36" y="3605610"/>
            <a:ext cx="5236464" cy="294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2F382DB-E85E-DC4A-4675-721972D0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Estudio de Mercado: Samsung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A075C0-AF90-1A0B-14BE-97E06D415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5224"/>
            <a:ext cx="8596668" cy="3880773"/>
          </a:xfrm>
        </p:spPr>
        <p:txBody>
          <a:bodyPr/>
          <a:lstStyle/>
          <a:p>
            <a:r>
              <a:rPr lang="es-ES" b="1" dirty="0"/>
              <a:t>Gama Baja:</a:t>
            </a:r>
            <a:r>
              <a:rPr lang="es-ES" dirty="0"/>
              <a:t> Equipos básicos como el Samsung S24F350FHU ofrecen retroiluminación LED y resolución Full HD en tamaños de 24 pulgadas.</a:t>
            </a:r>
          </a:p>
          <a:p>
            <a:r>
              <a:rPr lang="es-ES" b="1" dirty="0"/>
              <a:t>Gama Media:</a:t>
            </a:r>
            <a:r>
              <a:rPr lang="es-ES" dirty="0"/>
              <a:t> Monitores como el Samsung Space Monitor incorporan resoluciones QHD (2K) y altas tasas de refresco de 144 Hz en 27 pulgadas.</a:t>
            </a:r>
          </a:p>
          <a:p>
            <a:r>
              <a:rPr lang="es-ES" b="1" dirty="0"/>
              <a:t>Gama Alta:</a:t>
            </a:r>
            <a:r>
              <a:rPr lang="es-ES" dirty="0"/>
              <a:t> Apuestas extremas como el Samsung LC49HG90DMU brindan paneles QLED de 49 pulgadas y resolución 4K.</a:t>
            </a:r>
          </a:p>
        </p:txBody>
      </p:sp>
    </p:spTree>
    <p:extLst>
      <p:ext uri="{BB962C8B-B14F-4D97-AF65-F5344CB8AC3E}">
        <p14:creationId xmlns:p14="http://schemas.microsoft.com/office/powerpoint/2010/main" val="2369520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 descr="Iconos, Logos, Símbolos de Samsung logo - Descarga Gratuita PNG, SVG">
            <a:extLst>
              <a:ext uri="{FF2B5EF4-FFF2-40B4-BE49-F238E27FC236}">
                <a16:creationId xmlns:a16="http://schemas.microsoft.com/office/drawing/2014/main" id="{00DC85AD-BB8A-4827-BA9F-B8BAA907B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525" y="1697091"/>
            <a:ext cx="2919794" cy="2919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amsung C49HG90DMU 124,5 cm (49&quot;) 3840 x 1080 Pixeles QLED Negro">
            <a:extLst>
              <a:ext uri="{FF2B5EF4-FFF2-40B4-BE49-F238E27FC236}">
                <a16:creationId xmlns:a16="http://schemas.microsoft.com/office/drawing/2014/main" id="{528E6C68-D4FA-12E6-6595-6C6B0201D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563" y="3889116"/>
            <a:ext cx="4236991" cy="28246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amsung Space - Monitor de 32&quot; (4K, 4 ms, 60 Hz, Flicker-Free, LED, VA,  16:9, 2500:1, 250 cd/m², 178°, HDMI) Negro : Amazon.es: Informática">
            <a:extLst>
              <a:ext uri="{FF2B5EF4-FFF2-40B4-BE49-F238E27FC236}">
                <a16:creationId xmlns:a16="http://schemas.microsoft.com/office/drawing/2014/main" id="{EFF3FA65-B503-B8E0-8B84-AD49F12F1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183" y="1866836"/>
            <a:ext cx="2109819" cy="202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Monitor LED 24” S24F350FHU | Samsung Soporte España">
            <a:extLst>
              <a:ext uri="{FF2B5EF4-FFF2-40B4-BE49-F238E27FC236}">
                <a16:creationId xmlns:a16="http://schemas.microsoft.com/office/drawing/2014/main" id="{770CAB43-2320-D082-A2B1-E7C4A829F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679670"/>
            <a:ext cx="2578778" cy="257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C8A886-3815-0F74-80D8-1346D2660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Imágenes de Samsung (Gama baja, Gama media, Gama Alta)</a:t>
            </a:r>
            <a:br>
              <a:rPr lang="es-ES" dirty="0"/>
            </a:b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E28B167-AD7F-DF48-723D-8FAAA95AB966}"/>
              </a:ext>
            </a:extLst>
          </p:cNvPr>
          <p:cNvSpPr txBox="1"/>
          <p:nvPr/>
        </p:nvSpPr>
        <p:spPr>
          <a:xfrm>
            <a:off x="62697" y="3889116"/>
            <a:ext cx="380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Gama Baja (Samsung S24F350FHU)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278219E-67A1-9D3D-56CD-413D9319209D}"/>
              </a:ext>
            </a:extLst>
          </p:cNvPr>
          <p:cNvSpPr txBox="1"/>
          <p:nvPr/>
        </p:nvSpPr>
        <p:spPr>
          <a:xfrm>
            <a:off x="6153368" y="3919464"/>
            <a:ext cx="4131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Gama Media (Samsung Space Monitor)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65BC758-8B1B-AFBA-D427-6CB371616D95}"/>
              </a:ext>
            </a:extLst>
          </p:cNvPr>
          <p:cNvSpPr txBox="1"/>
          <p:nvPr/>
        </p:nvSpPr>
        <p:spPr>
          <a:xfrm>
            <a:off x="2980508" y="6217164"/>
            <a:ext cx="3990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Gama Alta (Samsung LC49HG90DMU)</a:t>
            </a:r>
          </a:p>
        </p:txBody>
      </p:sp>
    </p:spTree>
    <p:extLst>
      <p:ext uri="{BB962C8B-B14F-4D97-AF65-F5344CB8AC3E}">
        <p14:creationId xmlns:p14="http://schemas.microsoft.com/office/powerpoint/2010/main" val="27323300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6E767-ED53-5A35-E1A8-D6F02FF0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 Comparativas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416D16-5D6E-2C51-8E10-8BADC8D93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0821"/>
            <a:ext cx="8596668" cy="3880773"/>
          </a:xfrm>
        </p:spPr>
        <p:txBody>
          <a:bodyPr/>
          <a:lstStyle/>
          <a:p>
            <a:r>
              <a:rPr lang="es-ES" b="1" dirty="0"/>
              <a:t>Gama Baja:</a:t>
            </a:r>
            <a:r>
              <a:rPr lang="es-ES" dirty="0"/>
              <a:t> LG destaca por incorporar su tecnología de paneles IPS desde sus modelos más económicos , lo que asegura mejores ángulos de visión frente a opciones básicas de otras marcas.</a:t>
            </a:r>
          </a:p>
          <a:p>
            <a:r>
              <a:rPr lang="es-ES" b="1" dirty="0"/>
              <a:t>Gama Media:</a:t>
            </a:r>
            <a:r>
              <a:rPr lang="es-ES" dirty="0"/>
              <a:t> Mientras LG se enfoca en resoluciones 2K con excelente fidelidad de color mediante IPS , Samsung prioriza características para </a:t>
            </a:r>
            <a:r>
              <a:rPr lang="es-ES" i="1" dirty="0"/>
              <a:t>gaming</a:t>
            </a:r>
            <a:r>
              <a:rPr lang="es-ES" dirty="0"/>
              <a:t> como tasas de refresco de 144 Hz.</a:t>
            </a:r>
          </a:p>
          <a:p>
            <a:r>
              <a:rPr lang="es-ES" b="1" dirty="0"/>
              <a:t>Gama Alta:</a:t>
            </a:r>
            <a:r>
              <a:rPr lang="es-ES" dirty="0"/>
              <a:t> Ambos innovan en formatos </a:t>
            </a:r>
            <a:br>
              <a:rPr lang="es-ES" dirty="0"/>
            </a:br>
            <a:r>
              <a:rPr lang="es-ES" dirty="0"/>
              <a:t>curvos; pero LG lidera en formatos </a:t>
            </a:r>
            <a:br>
              <a:rPr lang="es-ES" dirty="0"/>
            </a:br>
            <a:r>
              <a:rPr lang="es-ES" dirty="0"/>
              <a:t>UltraWide de proporciones 21:9 , y </a:t>
            </a:r>
            <a:br>
              <a:rPr lang="es-ES" dirty="0"/>
            </a:br>
            <a:r>
              <a:rPr lang="es-ES" dirty="0"/>
              <a:t>Samsung apuesta por anchos extremos </a:t>
            </a:r>
            <a:br>
              <a:rPr lang="es-ES" dirty="0"/>
            </a:br>
            <a:r>
              <a:rPr lang="es-ES" dirty="0"/>
              <a:t>(hasta 32:9) con tecnología QLED.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E58500-16B6-8CFC-97FF-B7EDA36D1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513" y="3745149"/>
            <a:ext cx="4204271" cy="23649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25149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E2E68-AE93-98C2-5A0F-3833BD54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Tendencias y Novedades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A37126-CA76-2898-52A3-A7D64574C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5224"/>
            <a:ext cx="8596668" cy="3880773"/>
          </a:xfrm>
        </p:spPr>
        <p:txBody>
          <a:bodyPr/>
          <a:lstStyle/>
          <a:p>
            <a:r>
              <a:rPr lang="es-ES" b="1" dirty="0"/>
              <a:t>Alta Resolución:</a:t>
            </a:r>
            <a:r>
              <a:rPr lang="es-ES" dirty="0"/>
              <a:t> La industria está migrando rápidamente hacia la ultra alta definición, ampliando el catálogo desde modelos 4K hasta los impresionantes 8K.</a:t>
            </a:r>
          </a:p>
          <a:p>
            <a:r>
              <a:rPr lang="es-ES" b="1" dirty="0"/>
              <a:t>Formatos Inmersivos:</a:t>
            </a:r>
            <a:r>
              <a:rPr lang="es-ES" dirty="0"/>
              <a:t> El auge de los monitores ultrapanorámicos (relación 21:9 o superior) y paneles curvos para mejorar el espacio de trabajo y la inmersión visual.</a:t>
            </a:r>
          </a:p>
          <a:p>
            <a:r>
              <a:rPr lang="es-ES" b="1" dirty="0"/>
              <a:t>Frecuencias Extremas:</a:t>
            </a:r>
            <a:r>
              <a:rPr lang="es-ES" dirty="0"/>
              <a:t> Para los deportes </a:t>
            </a:r>
            <a:br>
              <a:rPr lang="es-ES" dirty="0"/>
            </a:br>
            <a:r>
              <a:rPr lang="es-ES" dirty="0"/>
              <a:t>electrónicos (</a:t>
            </a:r>
            <a:r>
              <a:rPr lang="es-ES" i="1" dirty="0"/>
              <a:t>eSports</a:t>
            </a:r>
            <a:r>
              <a:rPr lang="es-ES" dirty="0"/>
              <a:t>), las tasas de </a:t>
            </a:r>
            <a:br>
              <a:rPr lang="es-ES" dirty="0"/>
            </a:br>
            <a:r>
              <a:rPr lang="es-ES" dirty="0"/>
              <a:t>refresco siguen batiendo récords, pasando </a:t>
            </a:r>
            <a:br>
              <a:rPr lang="es-ES" dirty="0"/>
            </a:br>
            <a:r>
              <a:rPr lang="es-ES" dirty="0"/>
              <a:t>de los 144 Hz a modelos recientes que </a:t>
            </a:r>
            <a:br>
              <a:rPr lang="es-ES" dirty="0"/>
            </a:br>
            <a:r>
              <a:rPr lang="es-ES" dirty="0"/>
              <a:t>alcanzan los 360 Hz.</a:t>
            </a:r>
          </a:p>
          <a:p>
            <a:endParaRPr lang="es-ES" dirty="0"/>
          </a:p>
        </p:txBody>
      </p:sp>
      <p:pic>
        <p:nvPicPr>
          <p:cNvPr id="7170" name="Picture 2" descr="Este es uno de los mejores monitores gaming para jugar a lo grande: curvo y  con 34 pulgadas">
            <a:extLst>
              <a:ext uri="{FF2B5EF4-FFF2-40B4-BE49-F238E27FC236}">
                <a16:creationId xmlns:a16="http://schemas.microsoft.com/office/drawing/2014/main" id="{DC9499D1-555F-5551-71BA-FBCAF69DE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424" y="3429000"/>
            <a:ext cx="4008965" cy="300672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911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AFA94-9999-C871-ED83-40E13573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 y Enlaces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8D2222-6E50-DD3B-DF8B-2BF51C396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es-ES" dirty="0"/>
              <a:t>Documento aportado en clase: "MONITORES".</a:t>
            </a:r>
          </a:p>
          <a:p>
            <a:r>
              <a:rPr lang="es-ES" dirty="0"/>
              <a:t>Documento aportado en clase: "Monitores FTT-LCD".</a:t>
            </a:r>
          </a:p>
          <a:p>
            <a:r>
              <a:rPr lang="es-ES" dirty="0">
                <a:hlinkClick r:id="rId2"/>
              </a:rPr>
              <a:t>https://www.pccomponentes.com/monitores-pc</a:t>
            </a:r>
            <a:endParaRPr lang="es-ES" dirty="0"/>
          </a:p>
          <a:p>
            <a:r>
              <a:rPr lang="es-ES" dirty="0">
                <a:hlinkClick r:id="rId3"/>
              </a:rPr>
              <a:t>https://www.amazon.es/monitores/b?ie=UTF8&amp;node=937992031</a:t>
            </a:r>
            <a:endParaRPr lang="es-ES" dirty="0"/>
          </a:p>
          <a:p>
            <a:r>
              <a:rPr lang="es-ES" dirty="0">
                <a:hlinkClick r:id="rId4"/>
              </a:rPr>
              <a:t>https://www.youtube.com/watch?v=_ZE3IsuY7Oo</a:t>
            </a:r>
            <a:endParaRPr lang="es-ES" dirty="0"/>
          </a:p>
          <a:p>
            <a:r>
              <a:rPr lang="es-ES" dirty="0">
                <a:hlinkClick r:id="rId5"/>
              </a:rPr>
              <a:t>https://www.mediamarkt.es/es/category/monitores-179.html</a:t>
            </a:r>
            <a:endParaRPr lang="es-ES" dirty="0"/>
          </a:p>
          <a:p>
            <a:r>
              <a:rPr lang="es-ES" dirty="0">
                <a:hlinkClick r:id="rId6"/>
              </a:rPr>
              <a:t>https://www.asus.com/es/displays-desktops/monitors/all-series/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521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</TotalTime>
  <Words>659</Words>
  <Application>Microsoft Office PowerPoint</Application>
  <PresentationFormat>Panorámica</PresentationFormat>
  <Paragraphs>47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</vt:lpstr>
      <vt:lpstr>Monitores</vt:lpstr>
      <vt:lpstr>Índice</vt:lpstr>
      <vt:lpstr>Introducción a las Tecnologías de Panel</vt:lpstr>
      <vt:lpstr>Estudio de Mercado: LG </vt:lpstr>
      <vt:lpstr>Imágenes de LG (gama baja, gama media, gama Alta) </vt:lpstr>
      <vt:lpstr>Estudio de Mercado: Samsung </vt:lpstr>
      <vt:lpstr>Imágenes de Samsung (Gama baja, Gama media, Gama Alta) </vt:lpstr>
      <vt:lpstr>Conclusiones Comparativas </vt:lpstr>
      <vt:lpstr>Tendencias y Novedades </vt:lpstr>
      <vt:lpstr>Bibliografía y Enlaces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Jason Huaracha Melendez</dc:creator>
  <cp:lastModifiedBy>Richard Jason Huaracha Melendez</cp:lastModifiedBy>
  <cp:revision>1</cp:revision>
  <dcterms:created xsi:type="dcterms:W3CDTF">2026-03-24T19:17:54Z</dcterms:created>
  <dcterms:modified xsi:type="dcterms:W3CDTF">2026-03-24T20:11:53Z</dcterms:modified>
</cp:coreProperties>
</file>