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47" r:id="rId1"/>
  </p:sldMasterIdLst>
  <p:sldIdLst>
    <p:sldId id="256" r:id="rId2"/>
    <p:sldId id="259" r:id="rId3"/>
    <p:sldId id="276" r:id="rId4"/>
    <p:sldId id="278" r:id="rId5"/>
    <p:sldId id="262" r:id="rId6"/>
    <p:sldId id="263" r:id="rId7"/>
    <p:sldId id="261" r:id="rId8"/>
    <p:sldId id="260" r:id="rId9"/>
    <p:sldId id="257" r:id="rId10"/>
    <p:sldId id="266" r:id="rId11"/>
    <p:sldId id="264" r:id="rId12"/>
    <p:sldId id="267" r:id="rId13"/>
    <p:sldId id="270" r:id="rId14"/>
    <p:sldId id="274" r:id="rId15"/>
    <p:sldId id="269" r:id="rId16"/>
    <p:sldId id="273" r:id="rId17"/>
    <p:sldId id="275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7B927-70B3-73E1-D87E-0C274B57F18C}" v="1853" dt="2025-09-27T11:07:31.850"/>
    <p1510:client id="{73940B1E-1952-A7D2-32DF-1E2457332414}" v="62" dt="2025-09-27T11:54:30.364"/>
    <p1510:client id="{8729EDF9-4EBD-00D3-8376-57D79E7CAD1C}" v="1" dt="2025-09-26T12:53:45.147"/>
    <p1510:client id="{CC430766-40BE-F023-2A72-5DCF877CADDD}" v="250" dt="2025-09-27T11:29:42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Jason Huaracha Melendez" userId="S::richardjason.huarachamelendez@tajamar365.com::2d16dc71-c771-4a05-be9b-1d79cbd5bda9" providerId="AD" clId="Web-{0E07B927-70B3-73E1-D87E-0C274B57F18C}"/>
    <pc:docChg chg="addSld delSld modSld sldOrd">
      <pc:chgData name="Richard Jason Huaracha Melendez" userId="S::richardjason.huarachamelendez@tajamar365.com::2d16dc71-c771-4a05-be9b-1d79cbd5bda9" providerId="AD" clId="Web-{0E07B927-70B3-73E1-D87E-0C274B57F18C}" dt="2025-09-27T11:07:31.850" v="1922"/>
      <pc:docMkLst>
        <pc:docMk/>
      </pc:docMkLst>
      <pc:sldChg chg="modSp">
        <pc:chgData name="Richard Jason Huaracha Melendez" userId="S::richardjason.huarachamelendez@tajamar365.com::2d16dc71-c771-4a05-be9b-1d79cbd5bda9" providerId="AD" clId="Web-{0E07B927-70B3-73E1-D87E-0C274B57F18C}" dt="2025-09-27T10:29:08.216" v="1432" actId="20577"/>
        <pc:sldMkLst>
          <pc:docMk/>
          <pc:sldMk cId="2103918651" sldId="257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29:08.216" v="1432" actId="20577"/>
          <ac:spMkLst>
            <pc:docMk/>
            <pc:sldMk cId="2103918651" sldId="257"/>
            <ac:spMk id="2" creationId="{4E6ACEC2-AD98-EE02-2A72-D131F3CF70AF}"/>
          </ac:spMkLst>
        </pc:spChg>
      </pc:sldChg>
      <pc:sldChg chg="del">
        <pc:chgData name="Richard Jason Huaracha Melendez" userId="S::richardjason.huarachamelendez@tajamar365.com::2d16dc71-c771-4a05-be9b-1d79cbd5bda9" providerId="AD" clId="Web-{0E07B927-70B3-73E1-D87E-0C274B57F18C}" dt="2025-09-27T10:07:39.597" v="1046"/>
        <pc:sldMkLst>
          <pc:docMk/>
          <pc:sldMk cId="1109102215" sldId="258"/>
        </pc:sldMkLst>
      </pc:sldChg>
      <pc:sldChg chg="modSp">
        <pc:chgData name="Richard Jason Huaracha Melendez" userId="S::richardjason.huarachamelendez@tajamar365.com::2d16dc71-c771-4a05-be9b-1d79cbd5bda9" providerId="AD" clId="Web-{0E07B927-70B3-73E1-D87E-0C274B57F18C}" dt="2025-09-27T11:01:09.402" v="1868" actId="20577"/>
        <pc:sldMkLst>
          <pc:docMk/>
          <pc:sldMk cId="118069883" sldId="259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28:21.823" v="1429" actId="20577"/>
          <ac:spMkLst>
            <pc:docMk/>
            <pc:sldMk cId="118069883" sldId="259"/>
            <ac:spMk id="2" creationId="{CF49C251-F530-896D-17BF-0333BA19E819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1:01:09.402" v="1868" actId="20577"/>
          <ac:spMkLst>
            <pc:docMk/>
            <pc:sldMk cId="118069883" sldId="259"/>
            <ac:spMk id="3" creationId="{96C3F474-AA8F-8EE0-9B06-F84820ABA9BB}"/>
          </ac:spMkLst>
        </pc:spChg>
      </pc:sldChg>
      <pc:sldChg chg="modSp">
        <pc:chgData name="Richard Jason Huaracha Melendez" userId="S::richardjason.huarachamelendez@tajamar365.com::2d16dc71-c771-4a05-be9b-1d79cbd5bda9" providerId="AD" clId="Web-{0E07B927-70B3-73E1-D87E-0C274B57F18C}" dt="2025-09-27T09:34:57.678" v="453" actId="20577"/>
        <pc:sldMkLst>
          <pc:docMk/>
          <pc:sldMk cId="2998392130" sldId="260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9:34:57.678" v="453" actId="20577"/>
          <ac:spMkLst>
            <pc:docMk/>
            <pc:sldMk cId="2998392130" sldId="260"/>
            <ac:spMk id="3" creationId="{CABF0758-B543-A8F1-674F-A409721EF016}"/>
          </ac:spMkLst>
        </pc:spChg>
      </pc:sldChg>
      <pc:sldChg chg="addSp delSp modSp">
        <pc:chgData name="Richard Jason Huaracha Melendez" userId="S::richardjason.huarachamelendez@tajamar365.com::2d16dc71-c771-4a05-be9b-1d79cbd5bda9" providerId="AD" clId="Web-{0E07B927-70B3-73E1-D87E-0C274B57F18C}" dt="2025-09-27T10:23:05.658" v="1253" actId="20577"/>
        <pc:sldMkLst>
          <pc:docMk/>
          <pc:sldMk cId="388710629" sldId="261"/>
        </pc:sldMkLst>
        <pc:spChg chg="add del mod">
          <ac:chgData name="Richard Jason Huaracha Melendez" userId="S::richardjason.huarachamelendez@tajamar365.com::2d16dc71-c771-4a05-be9b-1d79cbd5bda9" providerId="AD" clId="Web-{0E07B927-70B3-73E1-D87E-0C274B57F18C}" dt="2025-09-27T10:23:05.658" v="1253" actId="20577"/>
          <ac:spMkLst>
            <pc:docMk/>
            <pc:sldMk cId="388710629" sldId="261"/>
            <ac:spMk id="2" creationId="{3E9AB529-1C59-F861-DA69-88268C8D60E7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22:50.861" v="1247" actId="20577"/>
          <ac:spMkLst>
            <pc:docMk/>
            <pc:sldMk cId="388710629" sldId="261"/>
            <ac:spMk id="3" creationId="{CFCA289E-9760-0804-4D98-5DB08DAB6378}"/>
          </ac:spMkLst>
        </pc:spChg>
        <pc:spChg chg="add del mod">
          <ac:chgData name="Richard Jason Huaracha Melendez" userId="S::richardjason.huarachamelendez@tajamar365.com::2d16dc71-c771-4a05-be9b-1d79cbd5bda9" providerId="AD" clId="Web-{0E07B927-70B3-73E1-D87E-0C274B57F18C}" dt="2025-09-27T10:23:02.689" v="1252"/>
          <ac:spMkLst>
            <pc:docMk/>
            <pc:sldMk cId="388710629" sldId="261"/>
            <ac:spMk id="6" creationId="{F824F8E7-F00E-F339-CEEF-28D3BC25A7F9}"/>
          </ac:spMkLst>
        </pc:spChg>
        <pc:picChg chg="mod">
          <ac:chgData name="Richard Jason Huaracha Melendez" userId="S::richardjason.huarachamelendez@tajamar365.com::2d16dc71-c771-4a05-be9b-1d79cbd5bda9" providerId="AD" clId="Web-{0E07B927-70B3-73E1-D87E-0C274B57F18C}" dt="2025-09-27T10:22:54.033" v="1248" actId="1076"/>
          <ac:picMkLst>
            <pc:docMk/>
            <pc:sldMk cId="388710629" sldId="261"/>
            <ac:picMk id="5" creationId="{99BEE7CA-7796-AF0C-916F-D07B42218ABF}"/>
          </ac:picMkLst>
        </pc:picChg>
      </pc:sldChg>
      <pc:sldChg chg="modSp">
        <pc:chgData name="Richard Jason Huaracha Melendez" userId="S::richardjason.huarachamelendez@tajamar365.com::2d16dc71-c771-4a05-be9b-1d79cbd5bda9" providerId="AD" clId="Web-{0E07B927-70B3-73E1-D87E-0C274B57F18C}" dt="2025-09-27T10:28:45.762" v="1431" actId="20577"/>
        <pc:sldMkLst>
          <pc:docMk/>
          <pc:sldMk cId="3468292208" sldId="262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24:06.956" v="1274" actId="20577"/>
          <ac:spMkLst>
            <pc:docMk/>
            <pc:sldMk cId="3468292208" sldId="262"/>
            <ac:spMk id="2" creationId="{1D682815-D5F9-1313-402C-6734C58D3CC9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28:45.762" v="1431" actId="20577"/>
          <ac:spMkLst>
            <pc:docMk/>
            <pc:sldMk cId="3468292208" sldId="262"/>
            <ac:spMk id="3" creationId="{A79D3D9A-F5B0-6C3E-9AE6-E47CF9FF501C}"/>
          </ac:spMkLst>
        </pc:spChg>
      </pc:sldChg>
      <pc:sldChg chg="modSp">
        <pc:chgData name="Richard Jason Huaracha Melendez" userId="S::richardjason.huarachamelendez@tajamar365.com::2d16dc71-c771-4a05-be9b-1d79cbd5bda9" providerId="AD" clId="Web-{0E07B927-70B3-73E1-D87E-0C274B57F18C}" dt="2025-09-27T10:23:49.049" v="1273" actId="20577"/>
        <pc:sldMkLst>
          <pc:docMk/>
          <pc:sldMk cId="3551151879" sldId="263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23:12.377" v="1254" actId="20577"/>
          <ac:spMkLst>
            <pc:docMk/>
            <pc:sldMk cId="3551151879" sldId="263"/>
            <ac:spMk id="2" creationId="{3D6C5D1D-BC60-7234-F99B-E8879BA3EC53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23:49.049" v="1273" actId="20577"/>
          <ac:spMkLst>
            <pc:docMk/>
            <pc:sldMk cId="3551151879" sldId="263"/>
            <ac:spMk id="3" creationId="{422FC859-7D55-F533-E450-001018B0BE0A}"/>
          </ac:spMkLst>
        </pc:spChg>
      </pc:sldChg>
      <pc:sldChg chg="modSp">
        <pc:chgData name="Richard Jason Huaracha Melendez" userId="S::richardjason.huarachamelendez@tajamar365.com::2d16dc71-c771-4a05-be9b-1d79cbd5bda9" providerId="AD" clId="Web-{0E07B927-70B3-73E1-D87E-0C274B57F18C}" dt="2025-09-27T09:11:51.332" v="245" actId="20577"/>
        <pc:sldMkLst>
          <pc:docMk/>
          <pc:sldMk cId="2252072217" sldId="264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8:58:37.131" v="6" actId="20577"/>
          <ac:spMkLst>
            <pc:docMk/>
            <pc:sldMk cId="2252072217" sldId="264"/>
            <ac:spMk id="2" creationId="{162ECAD5-BA7C-DCAD-F940-ECB6784F78C2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09:11:51.332" v="245" actId="20577"/>
          <ac:spMkLst>
            <pc:docMk/>
            <pc:sldMk cId="2252072217" sldId="264"/>
            <ac:spMk id="3" creationId="{CFD7DCE4-0515-0839-8A79-B9734465ED1E}"/>
          </ac:spMkLst>
        </pc:spChg>
      </pc:sldChg>
      <pc:sldChg chg="addSp delSp modSp del mod setBg">
        <pc:chgData name="Richard Jason Huaracha Melendez" userId="S::richardjason.huarachamelendez@tajamar365.com::2d16dc71-c771-4a05-be9b-1d79cbd5bda9" providerId="AD" clId="Web-{0E07B927-70B3-73E1-D87E-0C274B57F18C}" dt="2025-09-27T09:33:26.636" v="423"/>
        <pc:sldMkLst>
          <pc:docMk/>
          <pc:sldMk cId="2047765525" sldId="265"/>
        </pc:sldMkLst>
        <pc:spChg chg="del mod">
          <ac:chgData name="Richard Jason Huaracha Melendez" userId="S::richardjason.huarachamelendez@tajamar365.com::2d16dc71-c771-4a05-be9b-1d79cbd5bda9" providerId="AD" clId="Web-{0E07B927-70B3-73E1-D87E-0C274B57F18C}" dt="2025-09-27T09:21:13.505" v="283"/>
          <ac:spMkLst>
            <pc:docMk/>
            <pc:sldMk cId="2047765525" sldId="265"/>
            <ac:spMk id="2" creationId="{674378B6-ACB7-FD77-4CBB-0689DF5E5253}"/>
          </ac:spMkLst>
        </pc:spChg>
        <pc:spChg chg="del mod">
          <ac:chgData name="Richard Jason Huaracha Melendez" userId="S::richardjason.huarachamelendez@tajamar365.com::2d16dc71-c771-4a05-be9b-1d79cbd5bda9" providerId="AD" clId="Web-{0E07B927-70B3-73E1-D87E-0C274B57F18C}" dt="2025-09-27T09:21:26.647" v="285"/>
          <ac:spMkLst>
            <pc:docMk/>
            <pc:sldMk cId="2047765525" sldId="265"/>
            <ac:spMk id="3" creationId="{ABD1FA02-0AED-57E8-A300-058A13E18E65}"/>
          </ac:spMkLst>
        </pc:spChg>
        <pc:spChg chg="add mod">
          <ac:chgData name="Richard Jason Huaracha Melendez" userId="S::richardjason.huarachamelendez@tajamar365.com::2d16dc71-c771-4a05-be9b-1d79cbd5bda9" providerId="AD" clId="Web-{0E07B927-70B3-73E1-D87E-0C274B57F18C}" dt="2025-09-27T09:33:24.683" v="422"/>
          <ac:spMkLst>
            <pc:docMk/>
            <pc:sldMk cId="2047765525" sldId="265"/>
            <ac:spMk id="7" creationId="{D1C62D5A-C302-49B0-6DF0-C7BBA08A3E7A}"/>
          </ac:spMkLst>
        </pc:spChg>
        <pc:spChg chg="add del mod">
          <ac:chgData name="Richard Jason Huaracha Melendez" userId="S::richardjason.huarachamelendez@tajamar365.com::2d16dc71-c771-4a05-be9b-1d79cbd5bda9" providerId="AD" clId="Web-{0E07B927-70B3-73E1-D87E-0C274B57F18C}" dt="2025-09-27T09:33:24.683" v="422"/>
          <ac:spMkLst>
            <pc:docMk/>
            <pc:sldMk cId="2047765525" sldId="265"/>
            <ac:spMk id="9" creationId="{DF332E5E-E8A9-11C9-3C6C-8CDEADED699D}"/>
          </ac:spMkLst>
        </pc:spChg>
        <pc:picChg chg="add del mod ord">
          <ac:chgData name="Richard Jason Huaracha Melendez" userId="S::richardjason.huarachamelendez@tajamar365.com::2d16dc71-c771-4a05-be9b-1d79cbd5bda9" providerId="AD" clId="Web-{0E07B927-70B3-73E1-D87E-0C274B57F18C}" dt="2025-09-27T09:33:22.964" v="420"/>
          <ac:picMkLst>
            <pc:docMk/>
            <pc:sldMk cId="2047765525" sldId="265"/>
            <ac:picMk id="4" creationId="{AA7AFD4E-21A2-32BE-B79A-B73AD13308C9}"/>
          </ac:picMkLst>
        </pc:picChg>
        <pc:picChg chg="add del mod">
          <ac:chgData name="Richard Jason Huaracha Melendez" userId="S::richardjason.huarachamelendez@tajamar365.com::2d16dc71-c771-4a05-be9b-1d79cbd5bda9" providerId="AD" clId="Web-{0E07B927-70B3-73E1-D87E-0C274B57F18C}" dt="2025-09-27T09:33:23.745" v="421"/>
          <ac:picMkLst>
            <pc:docMk/>
            <pc:sldMk cId="2047765525" sldId="265"/>
            <ac:picMk id="5" creationId="{715D28F9-2132-8A80-210D-7B424DCA9830}"/>
          </ac:picMkLst>
        </pc:picChg>
      </pc:sldChg>
      <pc:sldChg chg="addSp delSp modSp new ord">
        <pc:chgData name="Richard Jason Huaracha Melendez" userId="S::richardjason.huarachamelendez@tajamar365.com::2d16dc71-c771-4a05-be9b-1d79cbd5bda9" providerId="AD" clId="Web-{0E07B927-70B3-73E1-D87E-0C274B57F18C}" dt="2025-09-27T09:33:10.776" v="419"/>
        <pc:sldMkLst>
          <pc:docMk/>
          <pc:sldMk cId="28007375" sldId="266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9:32:39.369" v="410" actId="20577"/>
          <ac:spMkLst>
            <pc:docMk/>
            <pc:sldMk cId="28007375" sldId="266"/>
            <ac:spMk id="2" creationId="{6F983829-DB45-6A90-03BB-4369581343BF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09:32:47.713" v="411"/>
          <ac:spMkLst>
            <pc:docMk/>
            <pc:sldMk cId="28007375" sldId="266"/>
            <ac:spMk id="3" creationId="{08EE3874-6E79-5EDD-5872-41763AC6E246}"/>
          </ac:spMkLst>
        </pc:s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09:33:10.776" v="419"/>
          <ac:picMkLst>
            <pc:docMk/>
            <pc:sldMk cId="28007375" sldId="266"/>
            <ac:picMk id="4" creationId="{0F570525-1556-701F-B786-1AC71EDED945}"/>
          </ac:picMkLst>
        </pc:picChg>
        <pc:picChg chg="add mod">
          <ac:chgData name="Richard Jason Huaracha Melendez" userId="S::richardjason.huarachamelendez@tajamar365.com::2d16dc71-c771-4a05-be9b-1d79cbd5bda9" providerId="AD" clId="Web-{0E07B927-70B3-73E1-D87E-0C274B57F18C}" dt="2025-09-27T09:33:09.120" v="418"/>
          <ac:picMkLst>
            <pc:docMk/>
            <pc:sldMk cId="28007375" sldId="266"/>
            <ac:picMk id="5" creationId="{971C92E2-4EB6-CCA4-EB7B-0DE1F1243D96}"/>
          </ac:picMkLst>
        </pc:picChg>
      </pc:sldChg>
      <pc:sldChg chg="addSp delSp modSp new del mod ord setBg modClrScheme delDesignElem chgLayout">
        <pc:chgData name="Richard Jason Huaracha Melendez" userId="S::richardjason.huarachamelendez@tajamar365.com::2d16dc71-c771-4a05-be9b-1d79cbd5bda9" providerId="AD" clId="Web-{0E07B927-70B3-73E1-D87E-0C274B57F18C}" dt="2025-09-27T09:32:10.228" v="394"/>
        <pc:sldMkLst>
          <pc:docMk/>
          <pc:sldMk cId="647844442" sldId="266"/>
        </pc:sldMkLst>
        <pc:spChg chg="del">
          <ac:chgData name="Richard Jason Huaracha Melendez" userId="S::richardjason.huarachamelendez@tajamar365.com::2d16dc71-c771-4a05-be9b-1d79cbd5bda9" providerId="AD" clId="Web-{0E07B927-70B3-73E1-D87E-0C274B57F18C}" dt="2025-09-27T09:29:51.991" v="356"/>
          <ac:spMkLst>
            <pc:docMk/>
            <pc:sldMk cId="647844442" sldId="266"/>
            <ac:spMk id="2" creationId="{14277074-295B-9682-F955-D9C7C929B364}"/>
          </ac:spMkLst>
        </pc:spChg>
        <pc:spChg chg="del mod">
          <ac:chgData name="Richard Jason Huaracha Melendez" userId="S::richardjason.huarachamelendez@tajamar365.com::2d16dc71-c771-4a05-be9b-1d79cbd5bda9" providerId="AD" clId="Web-{0E07B927-70B3-73E1-D87E-0C274B57F18C}" dt="2025-09-27T09:30:02.960" v="358"/>
          <ac:spMkLst>
            <pc:docMk/>
            <pc:sldMk cId="647844442" sldId="266"/>
            <ac:spMk id="3" creationId="{D068F489-FDD2-1435-1497-0390C87A5310}"/>
          </ac:spMkLst>
        </pc:spChg>
        <pc:spChg chg="add mod ord">
          <ac:chgData name="Richard Jason Huaracha Melendez" userId="S::richardjason.huarachamelendez@tajamar365.com::2d16dc71-c771-4a05-be9b-1d79cbd5bda9" providerId="AD" clId="Web-{0E07B927-70B3-73E1-D87E-0C274B57F18C}" dt="2025-09-27T09:31:59.634" v="389" actId="20577"/>
          <ac:spMkLst>
            <pc:docMk/>
            <pc:sldMk cId="647844442" sldId="266"/>
            <ac:spMk id="6" creationId="{91C3830C-7CC6-B22E-0FC4-8FFC4C5EBDDE}"/>
          </ac:spMkLst>
        </pc:spChg>
        <pc:spChg chg="add mod ord">
          <ac:chgData name="Richard Jason Huaracha Melendez" userId="S::richardjason.huarachamelendez@tajamar365.com::2d16dc71-c771-4a05-be9b-1d79cbd5bda9" providerId="AD" clId="Web-{0E07B927-70B3-73E1-D87E-0C274B57F18C}" dt="2025-09-27T09:31:45.728" v="386"/>
          <ac:spMkLst>
            <pc:docMk/>
            <pc:sldMk cId="647844442" sldId="266"/>
            <ac:spMk id="7" creationId="{3E41212E-2673-138E-C53C-414ECF40BECA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3.898" v="363"/>
          <ac:spMkLst>
            <pc:docMk/>
            <pc:sldMk cId="647844442" sldId="266"/>
            <ac:spMk id="9" creationId="{6FD68F2B-B041-DD81-CA74-4564314F3CA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3.898" v="363"/>
          <ac:spMkLst>
            <pc:docMk/>
            <pc:sldMk cId="647844442" sldId="266"/>
            <ac:spMk id="12" creationId="{0C8B6C4B-A867-4D7E-9851-29BB2D603B96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3.898" v="363"/>
          <ac:spMkLst>
            <pc:docMk/>
            <pc:sldMk cId="647844442" sldId="266"/>
            <ac:spMk id="14" creationId="{470BD5D9-CDC5-465C-9E25-2EB0249FE4C5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3.898" v="363"/>
          <ac:spMkLst>
            <pc:docMk/>
            <pc:sldMk cId="647844442" sldId="266"/>
            <ac:spMk id="16" creationId="{9185F495-8EFA-407B-AAD7-A2F52AE2C3E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8.492" v="365"/>
          <ac:spMkLst>
            <pc:docMk/>
            <pc:sldMk cId="647844442" sldId="266"/>
            <ac:spMk id="18" creationId="{9073237B-D536-4B4C-8928-3510CB0F8984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8.492" v="365"/>
          <ac:spMkLst>
            <pc:docMk/>
            <pc:sldMk cId="647844442" sldId="266"/>
            <ac:spMk id="19" creationId="{488B1383-B33A-45D9-AF5F-DD1522135AD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8.492" v="365"/>
          <ac:spMkLst>
            <pc:docMk/>
            <pc:sldMk cId="647844442" sldId="266"/>
            <ac:spMk id="20" creationId="{6777A00A-85D2-B116-D7DE-7FB16C34C0A5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28.492" v="365"/>
          <ac:spMkLst>
            <pc:docMk/>
            <pc:sldMk cId="647844442" sldId="266"/>
            <ac:spMk id="21" creationId="{ADD2565E-493E-4545-99C0-2F033FAF94A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0:32.945" v="367"/>
          <ac:spMkLst>
            <pc:docMk/>
            <pc:sldMk cId="647844442" sldId="266"/>
            <ac:spMk id="23" creationId="{8C8BD368-F613-D43F-7114-2149D65EF35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1:45.728" v="386"/>
          <ac:spMkLst>
            <pc:docMk/>
            <pc:sldMk cId="647844442" sldId="266"/>
            <ac:spMk id="25" creationId="{671907CE-C854-4190-9727-A5BA9ACD6C5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1:45.728" v="386"/>
          <ac:spMkLst>
            <pc:docMk/>
            <pc:sldMk cId="647844442" sldId="266"/>
            <ac:spMk id="26" creationId="{5A0C5A08-447D-4E23-AC6B-794597272A76}"/>
          </ac:spMkLst>
        </pc:spChg>
        <pc:spChg chg="add mod ord">
          <ac:chgData name="Richard Jason Huaracha Melendez" userId="S::richardjason.huarachamelendez@tajamar365.com::2d16dc71-c771-4a05-be9b-1d79cbd5bda9" providerId="AD" clId="Web-{0E07B927-70B3-73E1-D87E-0C274B57F18C}" dt="2025-09-27T09:32:01.900" v="390" actId="20577"/>
          <ac:spMkLst>
            <pc:docMk/>
            <pc:sldMk cId="647844442" sldId="266"/>
            <ac:spMk id="27" creationId="{83BE0322-657C-FEDE-C708-DE986A99D5B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1:45.728" v="386"/>
          <ac:spMkLst>
            <pc:docMk/>
            <pc:sldMk cId="647844442" sldId="266"/>
            <ac:spMk id="28" creationId="{1F08992A-39FB-4DC1-A09F-C56F3890497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31:45.728" v="386"/>
          <ac:spMkLst>
            <pc:docMk/>
            <pc:sldMk cId="647844442" sldId="266"/>
            <ac:spMk id="29" creationId="{05E23455-2212-4BE9-9C96-AAEFE4467D18}"/>
          </ac:spMkLst>
        </pc:spChg>
        <pc:picChg chg="add del mod ord">
          <ac:chgData name="Richard Jason Huaracha Melendez" userId="S::richardjason.huarachamelendez@tajamar365.com::2d16dc71-c771-4a05-be9b-1d79cbd5bda9" providerId="AD" clId="Web-{0E07B927-70B3-73E1-D87E-0C274B57F18C}" dt="2025-09-27T09:32:05.525" v="392"/>
          <ac:picMkLst>
            <pc:docMk/>
            <pc:sldMk cId="647844442" sldId="266"/>
            <ac:picMk id="4" creationId="{5680B11E-CC7C-2FC1-F5EC-32D4AB85D153}"/>
          </ac:picMkLst>
        </pc:picChg>
        <pc:picChg chg="add del mod">
          <ac:chgData name="Richard Jason Huaracha Melendez" userId="S::richardjason.huarachamelendez@tajamar365.com::2d16dc71-c771-4a05-be9b-1d79cbd5bda9" providerId="AD" clId="Web-{0E07B927-70B3-73E1-D87E-0C274B57F18C}" dt="2025-09-27T09:32:08.072" v="393"/>
          <ac:picMkLst>
            <pc:docMk/>
            <pc:sldMk cId="647844442" sldId="266"/>
            <ac:picMk id="5" creationId="{A82D828C-7D64-13AE-43E5-7693AFBD4BF2}"/>
          </ac:picMkLst>
        </pc:picChg>
      </pc:sldChg>
      <pc:sldChg chg="addSp delSp modSp new del mod setBg">
        <pc:chgData name="Richard Jason Huaracha Melendez" userId="S::richardjason.huarachamelendez@tajamar365.com::2d16dc71-c771-4a05-be9b-1d79cbd5bda9" providerId="AD" clId="Web-{0E07B927-70B3-73E1-D87E-0C274B57F18C}" dt="2025-09-27T09:21:06.474" v="282"/>
        <pc:sldMkLst>
          <pc:docMk/>
          <pc:sldMk cId="3857918296" sldId="266"/>
        </pc:sldMkLst>
        <pc:spChg chg="del">
          <ac:chgData name="Richard Jason Huaracha Melendez" userId="S::richardjason.huarachamelendez@tajamar365.com::2d16dc71-c771-4a05-be9b-1d79cbd5bda9" providerId="AD" clId="Web-{0E07B927-70B3-73E1-D87E-0C274B57F18C}" dt="2025-09-27T09:17:58.849" v="247"/>
          <ac:spMkLst>
            <pc:docMk/>
            <pc:sldMk cId="3857918296" sldId="266"/>
            <ac:spMk id="2" creationId="{E278C300-0993-C2F1-D317-2066E2B45954}"/>
          </ac:spMkLst>
        </pc:spChg>
        <pc:spChg chg="del mod">
          <ac:chgData name="Richard Jason Huaracha Melendez" userId="S::richardjason.huarachamelendez@tajamar365.com::2d16dc71-c771-4a05-be9b-1d79cbd5bda9" providerId="AD" clId="Web-{0E07B927-70B3-73E1-D87E-0C274B57F18C}" dt="2025-09-27T09:19:21.810" v="249"/>
          <ac:spMkLst>
            <pc:docMk/>
            <pc:sldMk cId="3857918296" sldId="266"/>
            <ac:spMk id="3" creationId="{0650B7B2-5D93-BE35-F02F-AACE5F9F13B9}"/>
          </ac:spMkLst>
        </pc:spChg>
        <pc:spChg chg="add del mod ord">
          <ac:chgData name="Richard Jason Huaracha Melendez" userId="S::richardjason.huarachamelendez@tajamar365.com::2d16dc71-c771-4a05-be9b-1d79cbd5bda9" providerId="AD" clId="Web-{0E07B927-70B3-73E1-D87E-0C274B57F18C}" dt="2025-09-27T09:20:06.501" v="261"/>
          <ac:spMkLst>
            <pc:docMk/>
            <pc:sldMk cId="3857918296" sldId="266"/>
            <ac:spMk id="8" creationId="{05365D72-AB68-5305-A664-94566EC9EC5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19:58.063" v="257"/>
          <ac:spMkLst>
            <pc:docMk/>
            <pc:sldMk cId="3857918296" sldId="266"/>
            <ac:spMk id="13" creationId="{763516C8-F227-4B77-9AA7-61B9A0B7825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19:58.063" v="257"/>
          <ac:spMkLst>
            <pc:docMk/>
            <pc:sldMk cId="3857918296" sldId="266"/>
            <ac:spMk id="15" creationId="{D91B420C-C4C8-44DF-96B2-FBD1014646F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19:58.063" v="257"/>
          <ac:spMkLst>
            <pc:docMk/>
            <pc:sldMk cId="3857918296" sldId="266"/>
            <ac:spMk id="17" creationId="{070928B1-3E69-44AC-A1EE-B4E4270A7A5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20:02.016" v="259"/>
          <ac:spMkLst>
            <pc:docMk/>
            <pc:sldMk cId="3857918296" sldId="266"/>
            <ac:spMk id="19" creationId="{1EDD21E1-BAF0-4314-AB31-82ECB8AC9EA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20:02.016" v="259"/>
          <ac:spMkLst>
            <pc:docMk/>
            <pc:sldMk cId="3857918296" sldId="266"/>
            <ac:spMk id="20" creationId="{FDC8619C-F25D-468E-95FA-2A2151D7DDD2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09:20:02.016" v="259"/>
          <ac:spMkLst>
            <pc:docMk/>
            <pc:sldMk cId="3857918296" sldId="266"/>
            <ac:spMk id="21" creationId="{7D9439D6-DEAD-4CEB-A61B-BE3D64D1B598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09:20:02.032" v="260"/>
          <ac:spMkLst>
            <pc:docMk/>
            <pc:sldMk cId="3857918296" sldId="266"/>
            <ac:spMk id="23" creationId="{3F4C104D-5F30-4811-9376-566B26E4719A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09:20:02.032" v="260"/>
          <ac:spMkLst>
            <pc:docMk/>
            <pc:sldMk cId="3857918296" sldId="266"/>
            <ac:spMk id="24" creationId="{0815E34B-5D02-4E01-A936-E8E1C0AB6F12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09:20:02.032" v="260"/>
          <ac:spMkLst>
            <pc:docMk/>
            <pc:sldMk cId="3857918296" sldId="266"/>
            <ac:spMk id="25" creationId="{7DE3414B-B032-4710-A468-D3285E38C5FF}"/>
          </ac:spMkLst>
        </pc:spChg>
        <pc:picChg chg="add del mod ord">
          <ac:chgData name="Richard Jason Huaracha Melendez" userId="S::richardjason.huarachamelendez@tajamar365.com::2d16dc71-c771-4a05-be9b-1d79cbd5bda9" providerId="AD" clId="Web-{0E07B927-70B3-73E1-D87E-0C274B57F18C}" dt="2025-09-27T09:21:04.583" v="281"/>
          <ac:picMkLst>
            <pc:docMk/>
            <pc:sldMk cId="3857918296" sldId="266"/>
            <ac:picMk id="4" creationId="{E4533C6B-7951-9617-87E0-53444DCF6017}"/>
          </ac:picMkLst>
        </pc:picChg>
      </pc:sldChg>
      <pc:sldChg chg="addSp delSp modSp new ord">
        <pc:chgData name="Richard Jason Huaracha Melendez" userId="S::richardjason.huarachamelendez@tajamar365.com::2d16dc71-c771-4a05-be9b-1d79cbd5bda9" providerId="AD" clId="Web-{0E07B927-70B3-73E1-D87E-0C274B57F18C}" dt="2025-09-27T09:34:35.442" v="451" actId="1076"/>
        <pc:sldMkLst>
          <pc:docMk/>
          <pc:sldMk cId="367807777" sldId="267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9:33:44.904" v="436" actId="20577"/>
          <ac:spMkLst>
            <pc:docMk/>
            <pc:sldMk cId="367807777" sldId="267"/>
            <ac:spMk id="2" creationId="{402101AF-7F4A-A0CA-EC53-12A65CC2E9BC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09:33:55.515" v="437"/>
          <ac:spMkLst>
            <pc:docMk/>
            <pc:sldMk cId="367807777" sldId="267"/>
            <ac:spMk id="3" creationId="{A0246655-3B67-2A4D-78C1-067C74B50479}"/>
          </ac:spMkLst>
        </pc:s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09:34:35.442" v="451" actId="1076"/>
          <ac:picMkLst>
            <pc:docMk/>
            <pc:sldMk cId="367807777" sldId="267"/>
            <ac:picMk id="4" creationId="{DAE6D22D-229D-9495-5E6E-28BEAB16F392}"/>
          </ac:picMkLst>
        </pc:picChg>
        <pc:picChg chg="add mod">
          <ac:chgData name="Richard Jason Huaracha Melendez" userId="S::richardjason.huarachamelendez@tajamar365.com::2d16dc71-c771-4a05-be9b-1d79cbd5bda9" providerId="AD" clId="Web-{0E07B927-70B3-73E1-D87E-0C274B57F18C}" dt="2025-09-27T09:34:34.207" v="450" actId="1076"/>
          <ac:picMkLst>
            <pc:docMk/>
            <pc:sldMk cId="367807777" sldId="267"/>
            <ac:picMk id="5" creationId="{A2C56128-D8A3-EE70-4320-D1CCC3FA8BAF}"/>
          </ac:picMkLst>
        </pc:picChg>
      </pc:sldChg>
      <pc:sldChg chg="addSp delSp modSp new del">
        <pc:chgData name="Richard Jason Huaracha Melendez" userId="S::richardjason.huarachamelendez@tajamar365.com::2d16dc71-c771-4a05-be9b-1d79cbd5bda9" providerId="AD" clId="Web-{0E07B927-70B3-73E1-D87E-0C274B57F18C}" dt="2025-09-27T10:03:04.606" v="881"/>
        <pc:sldMkLst>
          <pc:docMk/>
          <pc:sldMk cId="2821166031" sldId="268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9:55:09.402" v="845" actId="20577"/>
          <ac:spMkLst>
            <pc:docMk/>
            <pc:sldMk cId="2821166031" sldId="268"/>
            <ac:spMk id="2" creationId="{8446C470-024E-E068-2372-A6311CAB1399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09:59:57.023" v="846"/>
          <ac:spMkLst>
            <pc:docMk/>
            <pc:sldMk cId="2821166031" sldId="268"/>
            <ac:spMk id="3" creationId="{6AF182B9-6722-3AEB-0A91-B4BD0D9DFCD9}"/>
          </ac:spMkLst>
        </pc:spChg>
        <pc:spChg chg="add del mod">
          <ac:chgData name="Richard Jason Huaracha Melendez" userId="S::richardjason.huarachamelendez@tajamar365.com::2d16dc71-c771-4a05-be9b-1d79cbd5bda9" providerId="AD" clId="Web-{0E07B927-70B3-73E1-D87E-0C274B57F18C}" dt="2025-09-27T10:00:38.509" v="859"/>
          <ac:spMkLst>
            <pc:docMk/>
            <pc:sldMk cId="2821166031" sldId="268"/>
            <ac:spMk id="7" creationId="{F9E945BB-D23F-8535-CDC5-8F0047FBAE2D}"/>
          </ac:spMkLst>
        </pc:spChg>
        <pc:picChg chg="add del mod ord">
          <ac:chgData name="Richard Jason Huaracha Melendez" userId="S::richardjason.huarachamelendez@tajamar365.com::2d16dc71-c771-4a05-be9b-1d79cbd5bda9" providerId="AD" clId="Web-{0E07B927-70B3-73E1-D87E-0C274B57F18C}" dt="2025-09-27T10:00:32.071" v="857"/>
          <ac:picMkLst>
            <pc:docMk/>
            <pc:sldMk cId="2821166031" sldId="268"/>
            <ac:picMk id="4" creationId="{62558BB8-C4B4-4F22-56A8-F7122B463D3A}"/>
          </ac:picMkLst>
        </pc:picChg>
        <pc:picChg chg="add del mod">
          <ac:chgData name="Richard Jason Huaracha Melendez" userId="S::richardjason.huarachamelendez@tajamar365.com::2d16dc71-c771-4a05-be9b-1d79cbd5bda9" providerId="AD" clId="Web-{0E07B927-70B3-73E1-D87E-0C274B57F18C}" dt="2025-09-27T10:02:58.950" v="880"/>
          <ac:picMkLst>
            <pc:docMk/>
            <pc:sldMk cId="2821166031" sldId="268"/>
            <ac:picMk id="5" creationId="{6D56974B-E8C5-F22D-EF47-10951455B2BD}"/>
          </ac:picMkLst>
        </pc:picChg>
      </pc:sldChg>
      <pc:sldChg chg="modSp new">
        <pc:chgData name="Richard Jason Huaracha Melendez" userId="S::richardjason.huarachamelendez@tajamar365.com::2d16dc71-c771-4a05-be9b-1d79cbd5bda9" providerId="AD" clId="Web-{0E07B927-70B3-73E1-D87E-0C274B57F18C}" dt="2025-09-27T10:22:03.532" v="1246" actId="20577"/>
        <pc:sldMkLst>
          <pc:docMk/>
          <pc:sldMk cId="3692534214" sldId="269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03:32.794" v="897" actId="20577"/>
          <ac:spMkLst>
            <pc:docMk/>
            <pc:sldMk cId="3692534214" sldId="269"/>
            <ac:spMk id="2" creationId="{7E3735AE-934C-05D6-B884-A16CB826E584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22:03.532" v="1246" actId="20577"/>
          <ac:spMkLst>
            <pc:docMk/>
            <pc:sldMk cId="3692534214" sldId="269"/>
            <ac:spMk id="3" creationId="{E21FF246-3E7A-EB42-C75A-5BD5F822D12C}"/>
          </ac:spMkLst>
        </pc:spChg>
      </pc:sldChg>
      <pc:sldChg chg="modSp new ord">
        <pc:chgData name="Richard Jason Huaracha Melendez" userId="S::richardjason.huarachamelendez@tajamar365.com::2d16dc71-c771-4a05-be9b-1d79cbd5bda9" providerId="AD" clId="Web-{0E07B927-70B3-73E1-D87E-0C274B57F18C}" dt="2025-09-27T10:29:38.578" v="1433" actId="20577"/>
        <pc:sldMkLst>
          <pc:docMk/>
          <pc:sldMk cId="2860742963" sldId="270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09:35:31.525" v="465" actId="20577"/>
          <ac:spMkLst>
            <pc:docMk/>
            <pc:sldMk cId="2860742963" sldId="270"/>
            <ac:spMk id="2" creationId="{17DB4BD4-E504-8E79-299D-D2405D3C99B7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29:38.578" v="1433" actId="20577"/>
          <ac:spMkLst>
            <pc:docMk/>
            <pc:sldMk cId="2860742963" sldId="270"/>
            <ac:spMk id="3" creationId="{ED8057C2-E906-C8CE-86C7-88F4C430A3DE}"/>
          </ac:spMkLst>
        </pc:spChg>
      </pc:sldChg>
      <pc:sldChg chg="addSp delSp modSp new del mod setBg">
        <pc:chgData name="Richard Jason Huaracha Melendez" userId="S::richardjason.huarachamelendez@tajamar365.com::2d16dc71-c771-4a05-be9b-1d79cbd5bda9" providerId="AD" clId="Web-{0E07B927-70B3-73E1-D87E-0C274B57F18C}" dt="2025-09-27T10:17:06.009" v="1168"/>
        <pc:sldMkLst>
          <pc:docMk/>
          <pc:sldMk cId="3022536062" sldId="271"/>
        </pc:sldMkLst>
        <pc:spChg chg="mod or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2" creationId="{324213C3-95CD-CD3A-A97E-E256BF9E391F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10:08:09.554" v="1063"/>
          <ac:spMkLst>
            <pc:docMk/>
            <pc:sldMk cId="3022536062" sldId="271"/>
            <ac:spMk id="3" creationId="{C1256872-F570-FF70-412A-0D9BCADEEDE2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8:40.026" v="1070"/>
          <ac:spMkLst>
            <pc:docMk/>
            <pc:sldMk cId="3022536062" sldId="271"/>
            <ac:spMk id="8" creationId="{1687BC6A-A986-EE6F-19CA-D8FD1496549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8:40.026" v="1070"/>
          <ac:spMkLst>
            <pc:docMk/>
            <pc:sldMk cId="3022536062" sldId="271"/>
            <ac:spMk id="11" creationId="{2B258D2B-6AC3-4B3A-A87C-FD7E6517826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8:40.026" v="1070"/>
          <ac:spMkLst>
            <pc:docMk/>
            <pc:sldMk cId="3022536062" sldId="271"/>
            <ac:spMk id="13" creationId="{8D55DD8B-9BF9-4B91-A22D-2D3F2AEFF18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15" creationId="{7DE3414B-B032-4710-A468-D3285E38C5F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16" creationId="{3F4C104D-5F30-4811-9376-566B26E4719A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17" creationId="{0815E34B-5D02-4E01-A936-E8E1C0AB6F12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8:51.230" v="1072"/>
          <ac:spMkLst>
            <pc:docMk/>
            <pc:sldMk cId="3022536062" sldId="271"/>
            <ac:spMk id="18" creationId="{D215D5F1-C82B-9F0B-E3B7-313FE525DF3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2.872" v="1074"/>
          <ac:spMkLst>
            <pc:docMk/>
            <pc:sldMk cId="3022536062" sldId="271"/>
            <ac:spMk id="21" creationId="{D335572E-BF5F-137A-4919-6314FB5032A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2.872" v="1074"/>
          <ac:spMkLst>
            <pc:docMk/>
            <pc:sldMk cId="3022536062" sldId="271"/>
            <ac:spMk id="24" creationId="{04C56FBC-E865-4046-B28B-0CC2BE4DB0A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5.341" v="1076"/>
          <ac:spMkLst>
            <pc:docMk/>
            <pc:sldMk cId="3022536062" sldId="271"/>
            <ac:spMk id="26" creationId="{BB829EC8-5B3D-469E-942E-5E6E569E5C9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5.341" v="1076"/>
          <ac:spMkLst>
            <pc:docMk/>
            <pc:sldMk cId="3022536062" sldId="271"/>
            <ac:spMk id="27" creationId="{B5898079-081F-4617-AC6B-4290266737B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5.341" v="1076"/>
          <ac:spMkLst>
            <pc:docMk/>
            <pc:sldMk cId="3022536062" sldId="271"/>
            <ac:spMk id="28" creationId="{55D72A3F-A083-4502-838A-2C32C980026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5.341" v="1076"/>
          <ac:spMkLst>
            <pc:docMk/>
            <pc:sldMk cId="3022536062" sldId="271"/>
            <ac:spMk id="29" creationId="{ABFCC461-013A-1E47-ED5B-402849582517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08.185" v="1078"/>
          <ac:spMkLst>
            <pc:docMk/>
            <pc:sldMk cId="3022536062" sldId="271"/>
            <ac:spMk id="31" creationId="{28B94476-7656-8CC4-0B19-0E74B2559E5D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13.420" v="1080"/>
          <ac:spMkLst>
            <pc:docMk/>
            <pc:sldMk cId="3022536062" sldId="271"/>
            <ac:spMk id="33" creationId="{23C7736A-5A08-4021-9AB6-390DFF506AA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13.420" v="1080"/>
          <ac:spMkLst>
            <pc:docMk/>
            <pc:sldMk cId="3022536062" sldId="271"/>
            <ac:spMk id="34" creationId="{433DF4D3-8A35-461A-ABE0-F56B78A1371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13.420" v="1080"/>
          <ac:spMkLst>
            <pc:docMk/>
            <pc:sldMk cId="3022536062" sldId="271"/>
            <ac:spMk id="35" creationId="{7CFD6FD3-A45B-2BA7-F808-A8ACB89F4A9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15.796" v="1082"/>
          <ac:spMkLst>
            <pc:docMk/>
            <pc:sldMk cId="3022536062" sldId="271"/>
            <ac:spMk id="37" creationId="{B83A2FF6-30D3-746D-683C-A950F104497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1.016" v="1084"/>
          <ac:spMkLst>
            <pc:docMk/>
            <pc:sldMk cId="3022536062" sldId="271"/>
            <ac:spMk id="39" creationId="{28B94476-7656-8CC4-0B19-0E74B2559E5D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3.938" v="1086"/>
          <ac:spMkLst>
            <pc:docMk/>
            <pc:sldMk cId="3022536062" sldId="271"/>
            <ac:spMk id="41" creationId="{9073237B-D536-4B4C-8928-3510CB0F8984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3.938" v="1086"/>
          <ac:spMkLst>
            <pc:docMk/>
            <pc:sldMk cId="3022536062" sldId="271"/>
            <ac:spMk id="42" creationId="{488B1383-B33A-45D9-AF5F-DD1522135AD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3.938" v="1086"/>
          <ac:spMkLst>
            <pc:docMk/>
            <pc:sldMk cId="3022536062" sldId="271"/>
            <ac:spMk id="43" creationId="{6DCA8CA1-8BBD-8917-ADF1-C2C99EB7477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3.938" v="1086"/>
          <ac:spMkLst>
            <pc:docMk/>
            <pc:sldMk cId="3022536062" sldId="271"/>
            <ac:spMk id="44" creationId="{ADD2565E-493E-4545-99C0-2F033FAF94A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7.235" v="1088"/>
          <ac:spMkLst>
            <pc:docMk/>
            <pc:sldMk cId="3022536062" sldId="271"/>
            <ac:spMk id="53" creationId="{A7AF9E2D-8F98-4755-895E-D65689F2A145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7.235" v="1088"/>
          <ac:spMkLst>
            <pc:docMk/>
            <pc:sldMk cId="3022536062" sldId="271"/>
            <ac:spMk id="54" creationId="{6D0FFBDB-89D1-4050-8FE5-AFC94C07656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7.235" v="1088"/>
          <ac:spMkLst>
            <pc:docMk/>
            <pc:sldMk cId="3022536062" sldId="271"/>
            <ac:spMk id="56" creationId="{75823B85-53D1-46E0-BC58-872776B5A1F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37.235" v="1088"/>
          <ac:spMkLst>
            <pc:docMk/>
            <pc:sldMk cId="3022536062" sldId="271"/>
            <ac:spMk id="70" creationId="{ACD5C179-B7C2-240A-0E83-C272F91CA352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45.001" v="1090"/>
          <ac:spMkLst>
            <pc:docMk/>
            <pc:sldMk cId="3022536062" sldId="271"/>
            <ac:spMk id="72" creationId="{04C56FBC-E865-4046-B28B-0CC2BE4DB0A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45.001" v="1090"/>
          <ac:spMkLst>
            <pc:docMk/>
            <pc:sldMk cId="3022536062" sldId="271"/>
            <ac:spMk id="73" creationId="{D335572E-BF5F-137A-4919-6314FB5032A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2"/>
          <ac:spMkLst>
            <pc:docMk/>
            <pc:sldMk cId="3022536062" sldId="271"/>
            <ac:spMk id="75" creationId="{B5898079-081F-4617-AC6B-4290266737B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2"/>
          <ac:spMkLst>
            <pc:docMk/>
            <pc:sldMk cId="3022536062" sldId="271"/>
            <ac:spMk id="76" creationId="{BB829EC8-5B3D-469E-942E-5E6E569E5C9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2"/>
          <ac:spMkLst>
            <pc:docMk/>
            <pc:sldMk cId="3022536062" sldId="271"/>
            <ac:spMk id="77" creationId="{ABFCC461-013A-1E47-ED5B-402849582517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09:55.143" v="1092"/>
          <ac:spMkLst>
            <pc:docMk/>
            <pc:sldMk cId="3022536062" sldId="271"/>
            <ac:spMk id="78" creationId="{55D72A3F-A083-4502-838A-2C32C980026F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80" creationId="{23C7736A-5A08-4021-9AB6-390DFF506AA8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81" creationId="{433DF4D3-8A35-461A-ABE0-F56B78A1371F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spMkLst>
            <pc:docMk/>
            <pc:sldMk cId="3022536062" sldId="271"/>
            <ac:spMk id="82" creationId="{7CFD6FD3-A45B-2BA7-F808-A8ACB89F4A98}"/>
          </ac:spMkLst>
        </pc:s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picMkLst>
            <pc:docMk/>
            <pc:sldMk cId="3022536062" sldId="271"/>
            <ac:picMk id="4" creationId="{1A306B70-06B7-FFD1-ABF6-7DAB608767DB}"/>
          </ac:picMkLst>
        </pc:pic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09:55.143" v="1093"/>
          <ac:picMkLst>
            <pc:docMk/>
            <pc:sldMk cId="3022536062" sldId="271"/>
            <ac:picMk id="5" creationId="{80DEF7AB-9739-8B31-405A-465862083FB4}"/>
          </ac:picMkLst>
        </pc:picChg>
      </pc:sldChg>
      <pc:sldChg chg="addSp delSp modSp new del mod setBg setClrOvrMap">
        <pc:chgData name="Richard Jason Huaracha Melendez" userId="S::richardjason.huarachamelendez@tajamar365.com::2d16dc71-c771-4a05-be9b-1d79cbd5bda9" providerId="AD" clId="Web-{0E07B927-70B3-73E1-D87E-0C274B57F18C}" dt="2025-09-27T10:17:04.071" v="1167"/>
        <pc:sldMkLst>
          <pc:docMk/>
          <pc:sldMk cId="1101484203" sldId="272"/>
        </pc:sldMkLst>
        <pc:spChg chg="mod ord">
          <ac:chgData name="Richard Jason Huaracha Melendez" userId="S::richardjason.huarachamelendez@tajamar365.com::2d16dc71-c771-4a05-be9b-1d79cbd5bda9" providerId="AD" clId="Web-{0E07B927-70B3-73E1-D87E-0C274B57F18C}" dt="2025-09-27T10:16:43.930" v="1162"/>
          <ac:spMkLst>
            <pc:docMk/>
            <pc:sldMk cId="1101484203" sldId="272"/>
            <ac:spMk id="2" creationId="{7F556B68-F7CB-1B5E-DB3C-5180CA2D276C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10:14:10.628" v="1117"/>
          <ac:spMkLst>
            <pc:docMk/>
            <pc:sldMk cId="1101484203" sldId="272"/>
            <ac:spMk id="3" creationId="{BFAE6D24-87CC-0065-997B-ADCA9105A63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35.207" v="1122"/>
          <ac:spMkLst>
            <pc:docMk/>
            <pc:sldMk cId="1101484203" sldId="272"/>
            <ac:spMk id="10" creationId="{9414C335-BA2C-A461-47FF-7A5F08BB134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39.566" v="1124"/>
          <ac:spMkLst>
            <pc:docMk/>
            <pc:sldMk cId="1101484203" sldId="272"/>
            <ac:spMk id="12" creationId="{B86EA4EC-8DCF-A0EE-6FDB-50E03068613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53.114" v="1128"/>
          <ac:spMkLst>
            <pc:docMk/>
            <pc:sldMk cId="1101484203" sldId="272"/>
            <ac:spMk id="13" creationId="{5B9DE855-86B1-4B53-A53A-DBE8C95CC9E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47.176" v="1126"/>
          <ac:spMkLst>
            <pc:docMk/>
            <pc:sldMk cId="1101484203" sldId="272"/>
            <ac:spMk id="14" creationId="{EC45D9BB-6B75-8CC5-83F3-626E98EFF7AF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53.114" v="1128"/>
          <ac:spMkLst>
            <pc:docMk/>
            <pc:sldMk cId="1101484203" sldId="272"/>
            <ac:spMk id="15" creationId="{3694FC3C-59AB-4EFA-912F-CE99D8D371F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53.114" v="1128"/>
          <ac:spMkLst>
            <pc:docMk/>
            <pc:sldMk cId="1101484203" sldId="272"/>
            <ac:spMk id="16" creationId="{3DE84AB4-934F-51B3-DBDB-EDD193AE858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4:57.333" v="1130"/>
          <ac:spMkLst>
            <pc:docMk/>
            <pc:sldMk cId="1101484203" sldId="272"/>
            <ac:spMk id="18" creationId="{B86EA4EC-8DCF-A0EE-6FDB-50E030686138}"/>
          </ac:spMkLst>
        </pc:spChg>
        <pc:spChg chg="add mod ord">
          <ac:chgData name="Richard Jason Huaracha Melendez" userId="S::richardjason.huarachamelendez@tajamar365.com::2d16dc71-c771-4a05-be9b-1d79cbd5bda9" providerId="AD" clId="Web-{0E07B927-70B3-73E1-D87E-0C274B57F18C}" dt="2025-09-27T10:16:43.930" v="1162"/>
          <ac:spMkLst>
            <pc:docMk/>
            <pc:sldMk cId="1101484203" sldId="272"/>
            <ac:spMk id="20" creationId="{9414C335-BA2C-A461-47FF-7A5F08BB134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22" creationId="{20CC148E-EC32-41C0-BD54-8646C4EC5B7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23" creationId="{9DEB0131-6275-4D19-835F-75DB7F25BA2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24" creationId="{9C43480C-2B13-407A-B90F-737391F7645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27.115" v="1140"/>
          <ac:spMkLst>
            <pc:docMk/>
            <pc:sldMk cId="1101484203" sldId="272"/>
            <ac:spMk id="25" creationId="{9F2E081B-CB5A-48B7-A440-B179A2EFBCE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26" creationId="{F3254D52-2722-49A3-B2D0-E344F812392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27.115" v="1140"/>
          <ac:spMkLst>
            <pc:docMk/>
            <pc:sldMk cId="1101484203" sldId="272"/>
            <ac:spMk id="27" creationId="{012F442E-AE2B-4E8D-B609-E1E0A01DA02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28" creationId="{E5CA36E9-908E-4E2D-A42D-5ABA0096C5F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27.115" v="1140"/>
          <ac:spMkLst>
            <pc:docMk/>
            <pc:sldMk cId="1101484203" sldId="272"/>
            <ac:spMk id="29" creationId="{85667E18-65F1-4B6C-B237-5784682F8A6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39.102" v="1158"/>
          <ac:spMkLst>
            <pc:docMk/>
            <pc:sldMk cId="1101484203" sldId="272"/>
            <ac:spMk id="30" creationId="{1958A85E-F1A3-4184-9E32-4A236CCDB5E5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38.741" v="1142"/>
          <ac:spMkLst>
            <pc:docMk/>
            <pc:sldMk cId="1101484203" sldId="272"/>
            <ac:spMk id="32" creationId="{CC783856-8461-4835-BA44-920E6C869664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38.741" v="1142"/>
          <ac:spMkLst>
            <pc:docMk/>
            <pc:sldMk cId="1101484203" sldId="272"/>
            <ac:spMk id="34" creationId="{E2E661FD-4AC2-4B06-96AD-4CFA2ECAC14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38.741" v="1142"/>
          <ac:spMkLst>
            <pc:docMk/>
            <pc:sldMk cId="1101484203" sldId="272"/>
            <ac:spMk id="35" creationId="{0777AFAE-D40D-4FF8-B7D3-D653BD138E1A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41.430" v="1160"/>
          <ac:spMkLst>
            <pc:docMk/>
            <pc:sldMk cId="1101484203" sldId="272"/>
            <ac:spMk id="36" creationId="{8A506167-9C2B-4BAA-A6F3-46C45EB47EE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42.616" v="1144"/>
          <ac:spMkLst>
            <pc:docMk/>
            <pc:sldMk cId="1101484203" sldId="272"/>
            <ac:spMk id="37" creationId="{8C8EAD59-C903-4BCC-87C8-EE43E0957165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43.930" v="1162"/>
          <ac:spMkLst>
            <pc:docMk/>
            <pc:sldMk cId="1101484203" sldId="272"/>
            <ac:spMk id="38" creationId="{763516C8-F227-4B77-9AA7-61B9A0B7825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45.085" v="1146"/>
          <ac:spMkLst>
            <pc:docMk/>
            <pc:sldMk cId="1101484203" sldId="272"/>
            <ac:spMk id="39" creationId="{32B6DB14-DFCF-45FE-A3AB-2455AB14170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45.085" v="1146"/>
          <ac:spMkLst>
            <pc:docMk/>
            <pc:sldMk cId="1101484203" sldId="272"/>
            <ac:spMk id="40" creationId="{DE02D971-C1FD-4D10-9890-CC31B0CE71C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45.085" v="1146"/>
          <ac:spMkLst>
            <pc:docMk/>
            <pc:sldMk cId="1101484203" sldId="272"/>
            <ac:spMk id="41" creationId="{0768A07B-2EA5-47A1-BB13-4D057755A5B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43.930" v="1162"/>
          <ac:spMkLst>
            <pc:docMk/>
            <pc:sldMk cId="1101484203" sldId="272"/>
            <ac:spMk id="42" creationId="{D91B420C-C4C8-44DF-96B2-FBD1014646FE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46.305" v="1164"/>
          <ac:spMkLst>
            <pc:docMk/>
            <pc:sldMk cId="1101484203" sldId="272"/>
            <ac:spMk id="44" creationId="{06D01A78-E1CA-49F2-9D0C-9317280828E5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spMkLst>
            <pc:docMk/>
            <pc:sldMk cId="1101484203" sldId="272"/>
            <ac:spMk id="46" creationId="{2E50C7E3-3CF2-4D0E-A42D-45A4CD516874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spMkLst>
            <pc:docMk/>
            <pc:sldMk cId="1101484203" sldId="272"/>
            <ac:spMk id="47" creationId="{4553A8BB-464A-42AA-B757-CB5192665F06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spMkLst>
            <pc:docMk/>
            <pc:sldMk cId="1101484203" sldId="272"/>
            <ac:spMk id="48" creationId="{DD9F63E0-A4D4-48D4-A061-2AAA5A0993E8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2.272" v="1148"/>
          <ac:spMkLst>
            <pc:docMk/>
            <pc:sldMk cId="1101484203" sldId="272"/>
            <ac:spMk id="54" creationId="{E9ACA392-7080-495C-AE41-ECAFF6BC9C7C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2.272" v="1148"/>
          <ac:spMkLst>
            <pc:docMk/>
            <pc:sldMk cId="1101484203" sldId="272"/>
            <ac:spMk id="55" creationId="{BF460B75-08A3-4AD9-B392-2F841853DE7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2.272" v="1148"/>
          <ac:spMkLst>
            <pc:docMk/>
            <pc:sldMk cId="1101484203" sldId="272"/>
            <ac:spMk id="57" creationId="{932B8D4C-C552-4B47-BFCE-B2744E91D12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6.804" v="1150"/>
          <ac:spMkLst>
            <pc:docMk/>
            <pc:sldMk cId="1101484203" sldId="272"/>
            <ac:spMk id="69" creationId="{C144BC7D-0A18-4819-BCA6-48F867182C01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6.804" v="1150"/>
          <ac:spMkLst>
            <pc:docMk/>
            <pc:sldMk cId="1101484203" sldId="272"/>
            <ac:spMk id="70" creationId="{972BA806-8ABB-4BF2-97AA-319CA231F59D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6.804" v="1150"/>
          <ac:spMkLst>
            <pc:docMk/>
            <pc:sldMk cId="1101484203" sldId="272"/>
            <ac:spMk id="71" creationId="{F49A5648-CC99-46B6-95CD-2653E5673CB3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5:56.804" v="1150"/>
          <ac:spMkLst>
            <pc:docMk/>
            <pc:sldMk cId="1101484203" sldId="272"/>
            <ac:spMk id="72" creationId="{5169FF0D-14EA-4AB1-9E2F-39CB85EBF94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4" creationId="{84FC8485-6972-431D-AE66-8905BAE1A71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5" creationId="{2A9499FA-60CE-4EC3-8196-8D96A4B6398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6" creationId="{7C8E9F23-7D73-4DD0-82AA-43D3C7C2C7C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7" creationId="{8BF8C4FB-0D0C-4CD8-9604-2E5F78E84157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8" creationId="{1A857664-7FB1-4B6B-8CB7-42F4D2ABE897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05.742" v="1152"/>
          <ac:spMkLst>
            <pc:docMk/>
            <pc:sldMk cId="1101484203" sldId="272"/>
            <ac:spMk id="79" creationId="{D986A6CE-B991-4015-8EBB-ED388AF91349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0:16:13.851" v="1154"/>
          <ac:spMkLst>
            <pc:docMk/>
            <pc:sldMk cId="1101484203" sldId="272"/>
            <ac:spMk id="81" creationId="{653210A9-A37C-4AF1-9C27-EF9BA11FFFBA}"/>
          </ac:spMkLst>
        </pc:spChg>
        <pc:grpChg chg="add del">
          <ac:chgData name="Richard Jason Huaracha Melendez" userId="S::richardjason.huarachamelendez@tajamar365.com::2d16dc71-c771-4a05-be9b-1d79cbd5bda9" providerId="AD" clId="Web-{0E07B927-70B3-73E1-D87E-0C274B57F18C}" dt="2025-09-27T10:15:52.272" v="1148"/>
          <ac:grpSpMkLst>
            <pc:docMk/>
            <pc:sldMk cId="1101484203" sldId="272"/>
            <ac:grpSpMk id="56" creationId="{212FFB9A-A9A6-4077-AA67-2DF88D352067}"/>
          </ac:grpSpMkLst>
        </pc:grpChg>
        <pc:grpChg chg="add del">
          <ac:chgData name="Richard Jason Huaracha Melendez" userId="S::richardjason.huarachamelendez@tajamar365.com::2d16dc71-c771-4a05-be9b-1d79cbd5bda9" providerId="AD" clId="Web-{0E07B927-70B3-73E1-D87E-0C274B57F18C}" dt="2025-09-27T10:15:52.272" v="1148"/>
          <ac:grpSpMkLst>
            <pc:docMk/>
            <pc:sldMk cId="1101484203" sldId="272"/>
            <ac:grpSpMk id="67" creationId="{6BBE522E-A1F3-4284-B478-0AF721C0131F}"/>
          </ac:grpSpMkLst>
        </pc:gr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picMkLst>
            <pc:docMk/>
            <pc:sldMk cId="1101484203" sldId="272"/>
            <ac:picMk id="4" creationId="{FE975A8B-7B2F-025A-20E6-70CC51BCE13D}"/>
          </ac:picMkLst>
        </pc:pic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picMkLst>
            <pc:docMk/>
            <pc:sldMk cId="1101484203" sldId="272"/>
            <ac:picMk id="5" creationId="{2F6B0172-2237-7350-C371-6D77E5A69AE2}"/>
          </ac:picMkLst>
        </pc:pic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16:46.305" v="1165"/>
          <ac:picMkLst>
            <pc:docMk/>
            <pc:sldMk cId="1101484203" sldId="272"/>
            <ac:picMk id="6" creationId="{9E69D04E-86DE-1873-C6AD-FDA092DE2BB3}"/>
          </ac:picMkLst>
        </pc:picChg>
        <pc:cxnChg chg="add del">
          <ac:chgData name="Richard Jason Huaracha Melendez" userId="S::richardjason.huarachamelendez@tajamar365.com::2d16dc71-c771-4a05-be9b-1d79cbd5bda9" providerId="AD" clId="Web-{0E07B927-70B3-73E1-D87E-0C274B57F18C}" dt="2025-09-27T10:15:38.741" v="1142"/>
          <ac:cxnSpMkLst>
            <pc:docMk/>
            <pc:sldMk cId="1101484203" sldId="272"/>
            <ac:cxnSpMk id="31" creationId="{22D03238-5937-49EC-890A-BD6EC642290C}"/>
          </ac:cxnSpMkLst>
        </pc:cxnChg>
        <pc:cxnChg chg="add del">
          <ac:chgData name="Richard Jason Huaracha Melendez" userId="S::richardjason.huarachamelendez@tajamar365.com::2d16dc71-c771-4a05-be9b-1d79cbd5bda9" providerId="AD" clId="Web-{0E07B927-70B3-73E1-D87E-0C274B57F18C}" dt="2025-09-27T10:15:38.741" v="1142"/>
          <ac:cxnSpMkLst>
            <pc:docMk/>
            <pc:sldMk cId="1101484203" sldId="272"/>
            <ac:cxnSpMk id="33" creationId="{61742E55-F170-46B9-AE1D-139B2C1EEBE3}"/>
          </ac:cxnSpMkLst>
        </pc:cxnChg>
      </pc:sldChg>
      <pc:sldChg chg="addSp delSp modSp new">
        <pc:chgData name="Richard Jason Huaracha Melendez" userId="S::richardjason.huarachamelendez@tajamar365.com::2d16dc71-c771-4a05-be9b-1d79cbd5bda9" providerId="AD" clId="Web-{0E07B927-70B3-73E1-D87E-0C274B57F18C}" dt="2025-09-27T10:21:34.906" v="1241" actId="1076"/>
        <pc:sldMkLst>
          <pc:docMk/>
          <pc:sldMk cId="3872797659" sldId="273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21:31.125" v="1239" actId="20577"/>
          <ac:spMkLst>
            <pc:docMk/>
            <pc:sldMk cId="3872797659" sldId="273"/>
            <ac:spMk id="2" creationId="{E543D0B4-ADDC-ED69-4B75-B14F80EF919E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10:17:30.994" v="1191"/>
          <ac:spMkLst>
            <pc:docMk/>
            <pc:sldMk cId="3872797659" sldId="273"/>
            <ac:spMk id="3" creationId="{C92A6368-5A71-0345-4973-58B8FEC25AE2}"/>
          </ac:spMkLst>
        </pc:spChg>
        <pc:picChg chg="add mod">
          <ac:chgData name="Richard Jason Huaracha Melendez" userId="S::richardjason.huarachamelendez@tajamar365.com::2d16dc71-c771-4a05-be9b-1d79cbd5bda9" providerId="AD" clId="Web-{0E07B927-70B3-73E1-D87E-0C274B57F18C}" dt="2025-09-27T10:21:32.969" v="1240" actId="1076"/>
          <ac:picMkLst>
            <pc:docMk/>
            <pc:sldMk cId="3872797659" sldId="273"/>
            <ac:picMk id="4" creationId="{4EB6707C-E87B-026F-2FDB-A7178393CC97}"/>
          </ac:picMkLst>
        </pc:picChg>
        <pc:picChg chg="add mod">
          <ac:chgData name="Richard Jason Huaracha Melendez" userId="S::richardjason.huarachamelendez@tajamar365.com::2d16dc71-c771-4a05-be9b-1d79cbd5bda9" providerId="AD" clId="Web-{0E07B927-70B3-73E1-D87E-0C274B57F18C}" dt="2025-09-27T10:21:34.906" v="1241" actId="1076"/>
          <ac:picMkLst>
            <pc:docMk/>
            <pc:sldMk cId="3872797659" sldId="273"/>
            <ac:picMk id="5" creationId="{97C31D11-0AB9-529F-B1D4-F108008B5D88}"/>
          </ac:picMkLst>
        </pc:picChg>
      </pc:sldChg>
      <pc:sldChg chg="addSp delSp modSp new">
        <pc:chgData name="Richard Jason Huaracha Melendez" userId="S::richardjason.huarachamelendez@tajamar365.com::2d16dc71-c771-4a05-be9b-1d79cbd5bda9" providerId="AD" clId="Web-{0E07B927-70B3-73E1-D87E-0C274B57F18C}" dt="2025-09-27T10:21:14.546" v="1238" actId="1076"/>
        <pc:sldMkLst>
          <pc:docMk/>
          <pc:sldMk cId="1880141886" sldId="274"/>
        </pc:sldMkLst>
        <pc:spChg chg="add del">
          <ac:chgData name="Richard Jason Huaracha Melendez" userId="S::richardjason.huarachamelendez@tajamar365.com::2d16dc71-c771-4a05-be9b-1d79cbd5bda9" providerId="AD" clId="Web-{0E07B927-70B3-73E1-D87E-0C274B57F18C}" dt="2025-09-27T10:20:33.842" v="1225"/>
          <ac:spMkLst>
            <pc:docMk/>
            <pc:sldMk cId="1880141886" sldId="274"/>
            <ac:spMk id="2" creationId="{F527A20C-3F0D-C593-A999-3A45412135BC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10:20:18.108" v="1220"/>
          <ac:spMkLst>
            <pc:docMk/>
            <pc:sldMk cId="1880141886" sldId="274"/>
            <ac:spMk id="3" creationId="{4EE3EA7C-2062-4470-D220-3FDA265C6CF6}"/>
          </ac:spMkLst>
        </pc:s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0:21:14.546" v="1238" actId="1076"/>
          <ac:picMkLst>
            <pc:docMk/>
            <pc:sldMk cId="1880141886" sldId="274"/>
            <ac:picMk id="4" creationId="{B460684B-B3EF-16AC-32E7-6AB41A35B93D}"/>
          </ac:picMkLst>
        </pc:picChg>
      </pc:sldChg>
      <pc:sldChg chg="addSp delSp modSp new mod setBg setClrOvrMap modShow">
        <pc:chgData name="Richard Jason Huaracha Melendez" userId="S::richardjason.huarachamelendez@tajamar365.com::2d16dc71-c771-4a05-be9b-1d79cbd5bda9" providerId="AD" clId="Web-{0E07B927-70B3-73E1-D87E-0C274B57F18C}" dt="2025-09-27T11:07:31.850" v="1922"/>
        <pc:sldMkLst>
          <pc:docMk/>
          <pc:sldMk cId="1306427558" sldId="275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1:07:31.850" v="1922"/>
          <ac:spMkLst>
            <pc:docMk/>
            <pc:sldMk cId="1306427558" sldId="275"/>
            <ac:spMk id="2" creationId="{519FEC56-424E-7C4B-8877-7B8A25F3D587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1:07:31.850" v="1922"/>
          <ac:spMkLst>
            <pc:docMk/>
            <pc:sldMk cId="1306427558" sldId="275"/>
            <ac:spMk id="3" creationId="{AC88520B-94A3-F37A-9794-C96AFB751FA0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1:07:31.850" v="1922"/>
          <ac:spMkLst>
            <pc:docMk/>
            <pc:sldMk cId="1306427558" sldId="275"/>
            <ac:spMk id="8" creationId="{5BE0789E-91A7-4246-978E-A17FE1BF952A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1:07:31.850" v="1922"/>
          <ac:spMkLst>
            <pc:docMk/>
            <pc:sldMk cId="1306427558" sldId="275"/>
            <ac:spMk id="24" creationId="{15EDA122-4530-45D2-A70A-B1A967AAE566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1:07:31.850" v="1922"/>
          <ac:spMkLst>
            <pc:docMk/>
            <pc:sldMk cId="1306427558" sldId="275"/>
            <ac:spMk id="26" creationId="{9782F52E-0F94-4BFC-9F89-B054DDEAB9EF}"/>
          </ac:spMkLst>
        </pc:spChg>
        <pc:grpChg chg="add del">
          <ac:chgData name="Richard Jason Huaracha Melendez" userId="S::richardjason.huarachamelendez@tajamar365.com::2d16dc71-c771-4a05-be9b-1d79cbd5bda9" providerId="AD" clId="Web-{0E07B927-70B3-73E1-D87E-0C274B57F18C}" dt="2025-09-27T11:07:31.850" v="1922"/>
          <ac:grpSpMkLst>
            <pc:docMk/>
            <pc:sldMk cId="1306427558" sldId="275"/>
            <ac:grpSpMk id="10" creationId="{3C6C0BD2-8B3C-4042-B4EE-5DB7665A3736}"/>
          </ac:grpSpMkLst>
        </pc:grpChg>
      </pc:sldChg>
      <pc:sldChg chg="modSp new ord">
        <pc:chgData name="Richard Jason Huaracha Melendez" userId="S::richardjason.huarachamelendez@tajamar365.com::2d16dc71-c771-4a05-be9b-1d79cbd5bda9" providerId="AD" clId="Web-{0E07B927-70B3-73E1-D87E-0C274B57F18C}" dt="2025-09-27T10:59:50.728" v="1834" actId="20577"/>
        <pc:sldMkLst>
          <pc:docMk/>
          <pc:sldMk cId="3537894558" sldId="276"/>
        </pc:sldMkLst>
        <pc:spChg chg="mod">
          <ac:chgData name="Richard Jason Huaracha Melendez" userId="S::richardjason.huarachamelendez@tajamar365.com::2d16dc71-c771-4a05-be9b-1d79cbd5bda9" providerId="AD" clId="Web-{0E07B927-70B3-73E1-D87E-0C274B57F18C}" dt="2025-09-27T10:47:37.682" v="1584" actId="20577"/>
          <ac:spMkLst>
            <pc:docMk/>
            <pc:sldMk cId="3537894558" sldId="276"/>
            <ac:spMk id="2" creationId="{C10913BF-F16B-0350-AC73-C10EF8E05044}"/>
          </ac:spMkLst>
        </pc:spChg>
        <pc:spChg chg="mod">
          <ac:chgData name="Richard Jason Huaracha Melendez" userId="S::richardjason.huarachamelendez@tajamar365.com::2d16dc71-c771-4a05-be9b-1d79cbd5bda9" providerId="AD" clId="Web-{0E07B927-70B3-73E1-D87E-0C274B57F18C}" dt="2025-09-27T10:59:50.728" v="1834" actId="20577"/>
          <ac:spMkLst>
            <pc:docMk/>
            <pc:sldMk cId="3537894558" sldId="276"/>
            <ac:spMk id="3" creationId="{E0AE3C70-C247-9913-2DB2-3805F506D69B}"/>
          </ac:spMkLst>
        </pc:spChg>
      </pc:sldChg>
      <pc:sldChg chg="addSp delSp modSp new del mod setBg">
        <pc:chgData name="Richard Jason Huaracha Melendez" userId="S::richardjason.huarachamelendez@tajamar365.com::2d16dc71-c771-4a05-be9b-1d79cbd5bda9" providerId="AD" clId="Web-{0E07B927-70B3-73E1-D87E-0C274B57F18C}" dt="2025-09-27T11:04:40.924" v="1893"/>
        <pc:sldMkLst>
          <pc:docMk/>
          <pc:sldMk cId="538799869" sldId="277"/>
        </pc:sldMkLst>
        <pc:spChg chg="del">
          <ac:chgData name="Richard Jason Huaracha Melendez" userId="S::richardjason.huarachamelendez@tajamar365.com::2d16dc71-c771-4a05-be9b-1d79cbd5bda9" providerId="AD" clId="Web-{0E07B927-70B3-73E1-D87E-0C274B57F18C}" dt="2025-09-27T11:03:14.952" v="1869"/>
          <ac:spMkLst>
            <pc:docMk/>
            <pc:sldMk cId="538799869" sldId="277"/>
            <ac:spMk id="2" creationId="{FC84EF60-EEB3-EA9D-4D99-9C65F31249DD}"/>
          </ac:spMkLst>
        </pc:spChg>
        <pc:spChg chg="del mod">
          <ac:chgData name="Richard Jason Huaracha Melendez" userId="S::richardjason.huarachamelendez@tajamar365.com::2d16dc71-c771-4a05-be9b-1d79cbd5bda9" providerId="AD" clId="Web-{0E07B927-70B3-73E1-D87E-0C274B57F18C}" dt="2025-09-27T11:03:23.515" v="1871"/>
          <ac:spMkLst>
            <pc:docMk/>
            <pc:sldMk cId="538799869" sldId="277"/>
            <ac:spMk id="3" creationId="{58F1829E-FFF9-533E-912D-30B3E49145E3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spMkLst>
            <pc:docMk/>
            <pc:sldMk cId="538799869" sldId="277"/>
            <ac:spMk id="38" creationId="{62631CC7-E8DA-4782-ADDD-F97B25E404A1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spMkLst>
            <pc:docMk/>
            <pc:sldMk cId="538799869" sldId="277"/>
            <ac:spMk id="40" creationId="{5D16879A-58B6-4F6B-8688-42B28FE10DF5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spMkLst>
            <pc:docMk/>
            <pc:sldMk cId="538799869" sldId="277"/>
            <ac:spMk id="42" creationId="{ABCBC0B5-9E57-4D7F-BCA9-3AB73BF6C9BB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1:04:24.283" v="1888"/>
          <ac:spMkLst>
            <pc:docMk/>
            <pc:sldMk cId="538799869" sldId="277"/>
            <ac:spMk id="44" creationId="{CE60EE7F-2246-4D2B-B4B0-22B958F45407}"/>
          </ac:spMkLst>
        </pc:spChg>
        <pc:spChg chg="add del">
          <ac:chgData name="Richard Jason Huaracha Melendez" userId="S::richardjason.huarachamelendez@tajamar365.com::2d16dc71-c771-4a05-be9b-1d79cbd5bda9" providerId="AD" clId="Web-{0E07B927-70B3-73E1-D87E-0C274B57F18C}" dt="2025-09-27T11:04:23.142" v="1887"/>
          <ac:spMkLst>
            <pc:docMk/>
            <pc:sldMk cId="538799869" sldId="277"/>
            <ac:spMk id="46" creationId="{81268047-54AF-4152-9AD2-157673E964C6}"/>
          </ac:spMkLst>
        </pc:spChg>
        <pc:s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spMkLst>
            <pc:docMk/>
            <pc:sldMk cId="538799869" sldId="277"/>
            <ac:spMk id="48" creationId="{36D73EF9-F875-4009-AE45-240606B75BF8}"/>
          </ac:spMkLst>
        </pc:spChg>
        <pc:gr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grpSpMkLst>
            <pc:docMk/>
            <pc:sldMk cId="538799869" sldId="277"/>
            <ac:grpSpMk id="10" creationId="{F01E7660-30BE-4AD1-939C-8ABBC66EC797}"/>
          </ac:grpSpMkLst>
        </pc:grpChg>
        <pc:grpChg chg="add">
          <ac:chgData name="Richard Jason Huaracha Melendez" userId="S::richardjason.huarachamelendez@tajamar365.com::2d16dc71-c771-4a05-be9b-1d79cbd5bda9" providerId="AD" clId="Web-{0E07B927-70B3-73E1-D87E-0C274B57F18C}" dt="2025-09-27T11:04:04.829" v="1886"/>
          <ac:grpSpMkLst>
            <pc:docMk/>
            <pc:sldMk cId="538799869" sldId="277"/>
            <ac:grpSpMk id="24" creationId="{E2F0A64F-6E97-407F-905F-CFB60C876A03}"/>
          </ac:grpSpMkLst>
        </pc:grpChg>
        <pc:picChg chg="add mod ord">
          <ac:chgData name="Richard Jason Huaracha Melendez" userId="S::richardjason.huarachamelendez@tajamar365.com::2d16dc71-c771-4a05-be9b-1d79cbd5bda9" providerId="AD" clId="Web-{0E07B927-70B3-73E1-D87E-0C274B57F18C}" dt="2025-09-27T11:04:28.283" v="1890" actId="1076"/>
          <ac:picMkLst>
            <pc:docMk/>
            <pc:sldMk cId="538799869" sldId="277"/>
            <ac:picMk id="4" creationId="{11732405-44C2-660A-4EF2-9B802D47F2F2}"/>
          </ac:picMkLst>
        </pc:picChg>
        <pc:picChg chg="add mod">
          <ac:chgData name="Richard Jason Huaracha Melendez" userId="S::richardjason.huarachamelendez@tajamar365.com::2d16dc71-c771-4a05-be9b-1d79cbd5bda9" providerId="AD" clId="Web-{0E07B927-70B3-73E1-D87E-0C274B57F18C}" dt="2025-09-27T11:04:31.017" v="1891" actId="1076"/>
          <ac:picMkLst>
            <pc:docMk/>
            <pc:sldMk cId="538799869" sldId="277"/>
            <ac:picMk id="5" creationId="{C90EAC8E-BC83-20C6-198B-7B57A5E8BD9F}"/>
          </ac:picMkLst>
        </pc:picChg>
      </pc:sldChg>
      <pc:sldChg chg="addSp delSp modSp new">
        <pc:chgData name="Richard Jason Huaracha Melendez" userId="S::richardjason.huarachamelendez@tajamar365.com::2d16dc71-c771-4a05-be9b-1d79cbd5bda9" providerId="AD" clId="Web-{0E07B927-70B3-73E1-D87E-0C274B57F18C}" dt="2025-09-27T11:05:48.535" v="1916" actId="1076"/>
        <pc:sldMkLst>
          <pc:docMk/>
          <pc:sldMk cId="3338573331" sldId="278"/>
        </pc:sldMkLst>
        <pc:spChg chg="del">
          <ac:chgData name="Richard Jason Huaracha Melendez" userId="S::richardjason.huarachamelendez@tajamar365.com::2d16dc71-c771-4a05-be9b-1d79cbd5bda9" providerId="AD" clId="Web-{0E07B927-70B3-73E1-D87E-0C274B57F18C}" dt="2025-09-27T11:04:44.252" v="1894"/>
          <ac:spMkLst>
            <pc:docMk/>
            <pc:sldMk cId="3338573331" sldId="278"/>
            <ac:spMk id="2" creationId="{0F74F3A4-8C00-9585-0A43-57CD9381B64B}"/>
          </ac:spMkLst>
        </pc:spChg>
        <pc:spChg chg="del">
          <ac:chgData name="Richard Jason Huaracha Melendez" userId="S::richardjason.huarachamelendez@tajamar365.com::2d16dc71-c771-4a05-be9b-1d79cbd5bda9" providerId="AD" clId="Web-{0E07B927-70B3-73E1-D87E-0C274B57F18C}" dt="2025-09-27T11:04:47.080" v="1895"/>
          <ac:spMkLst>
            <pc:docMk/>
            <pc:sldMk cId="3338573331" sldId="278"/>
            <ac:spMk id="3" creationId="{F30EB6D1-C2DC-2994-0FC6-0D7710D3B246}"/>
          </ac:spMkLst>
        </pc:spChg>
        <pc:picChg chg="add mod">
          <ac:chgData name="Richard Jason Huaracha Melendez" userId="S::richardjason.huarachamelendez@tajamar365.com::2d16dc71-c771-4a05-be9b-1d79cbd5bda9" providerId="AD" clId="Web-{0E07B927-70B3-73E1-D87E-0C274B57F18C}" dt="2025-09-27T11:05:47.847" v="1915" actId="1076"/>
          <ac:picMkLst>
            <pc:docMk/>
            <pc:sldMk cId="3338573331" sldId="278"/>
            <ac:picMk id="4" creationId="{5900FAE0-F57C-60C7-E6C0-9D89205C1FA9}"/>
          </ac:picMkLst>
        </pc:picChg>
        <pc:picChg chg="add mod">
          <ac:chgData name="Richard Jason Huaracha Melendez" userId="S::richardjason.huarachamelendez@tajamar365.com::2d16dc71-c771-4a05-be9b-1d79cbd5bda9" providerId="AD" clId="Web-{0E07B927-70B3-73E1-D87E-0C274B57F18C}" dt="2025-09-27T11:05:48.535" v="1916" actId="1076"/>
          <ac:picMkLst>
            <pc:docMk/>
            <pc:sldMk cId="3338573331" sldId="278"/>
            <ac:picMk id="5" creationId="{EEC9EA42-F013-8468-BD5F-A917CDEA7915}"/>
          </ac:picMkLst>
        </pc:picChg>
      </pc:sldChg>
    </pc:docChg>
  </pc:docChgLst>
  <pc:docChgLst>
    <pc:chgData name="Richard Jason Huaracha Melendez" userId="S::richardjason.huarachamelendez@tajamar365.com::2d16dc71-c771-4a05-be9b-1d79cbd5bda9" providerId="AD" clId="Web-{73940B1E-1952-A7D2-32DF-1E2457332414}"/>
    <pc:docChg chg="addSld delSld modSld">
      <pc:chgData name="Richard Jason Huaracha Melendez" userId="S::richardjason.huarachamelendez@tajamar365.com::2d16dc71-c771-4a05-be9b-1d79cbd5bda9" providerId="AD" clId="Web-{73940B1E-1952-A7D2-32DF-1E2457332414}" dt="2025-09-27T11:54:30.364" v="62"/>
      <pc:docMkLst>
        <pc:docMk/>
      </pc:docMkLst>
      <pc:sldChg chg="addSp delSp modSp mod modTransition setBg setClrOvrMap">
        <pc:chgData name="Richard Jason Huaracha Melendez" userId="S::richardjason.huarachamelendez@tajamar365.com::2d16dc71-c771-4a05-be9b-1d79cbd5bda9" providerId="AD" clId="Web-{73940B1E-1952-A7D2-32DF-1E2457332414}" dt="2025-09-27T11:49:50.740" v="42"/>
        <pc:sldMkLst>
          <pc:docMk/>
          <pc:sldMk cId="2790982520" sldId="256"/>
        </pc:sldMkLst>
        <pc:spChg chg="mod">
          <ac:chgData name="Richard Jason Huaracha Melendez" userId="S::richardjason.huarachamelendez@tajamar365.com::2d16dc71-c771-4a05-be9b-1d79cbd5bda9" providerId="AD" clId="Web-{73940B1E-1952-A7D2-32DF-1E2457332414}" dt="2025-09-27T11:47:42.277" v="21"/>
          <ac:spMkLst>
            <pc:docMk/>
            <pc:sldMk cId="2790982520" sldId="256"/>
            <ac:spMk id="2" creationId="{0D33B6E2-320C-77E9-4E61-C16E482D8DB0}"/>
          </ac:spMkLst>
        </pc:spChg>
        <pc:spChg chg="mod">
          <ac:chgData name="Richard Jason Huaracha Melendez" userId="S::richardjason.huarachamelendez@tajamar365.com::2d16dc71-c771-4a05-be9b-1d79cbd5bda9" providerId="AD" clId="Web-{73940B1E-1952-A7D2-32DF-1E2457332414}" dt="2025-09-27T11:47:42.277" v="21"/>
          <ac:spMkLst>
            <pc:docMk/>
            <pc:sldMk cId="2790982520" sldId="256"/>
            <ac:spMk id="3" creationId="{5D219C6A-843E-7105-46DA-9085D76A286A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51.036" v="3"/>
          <ac:spMkLst>
            <pc:docMk/>
            <pc:sldMk cId="2790982520" sldId="256"/>
            <ac:spMk id="6" creationId="{1FF9CEF5-A50D-4B8B-9852-D76F7037867E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51.036" v="3"/>
          <ac:spMkLst>
            <pc:docMk/>
            <pc:sldMk cId="2790982520" sldId="256"/>
            <ac:spMk id="8" creationId="{30684D86-C9D1-40C3-A9B6-EC935C7312E3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39.880" v="1"/>
          <ac:spMkLst>
            <pc:docMk/>
            <pc:sldMk cId="2790982520" sldId="256"/>
            <ac:spMk id="9" creationId="{1FF9CEF5-A50D-4B8B-9852-D76F7037867E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51.036" v="3"/>
          <ac:spMkLst>
            <pc:docMk/>
            <pc:sldMk cId="2790982520" sldId="256"/>
            <ac:spMk id="10" creationId="{1EDF7896-F56A-49DA-90F3-F5CE8B9833AD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39.880" v="1"/>
          <ac:spMkLst>
            <pc:docMk/>
            <pc:sldMk cId="2790982520" sldId="256"/>
            <ac:spMk id="11" creationId="{30684D86-C9D1-40C3-A9B6-EC935C7312E3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4:39.880" v="1"/>
          <ac:spMkLst>
            <pc:docMk/>
            <pc:sldMk cId="2790982520" sldId="256"/>
            <ac:spMk id="13" creationId="{1EDF7896-F56A-49DA-90F3-F5CE8B9833AD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7:42.277" v="21"/>
          <ac:spMkLst>
            <pc:docMk/>
            <pc:sldMk cId="2790982520" sldId="256"/>
            <ac:spMk id="17" creationId="{95FFA5E0-4C70-431D-A19D-18415F6C4009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7:42.277" v="21"/>
          <ac:spMkLst>
            <pc:docMk/>
            <pc:sldMk cId="2790982520" sldId="256"/>
            <ac:spMk id="19" creationId="{BBE55C11-4C41-45E4-A00F-83DEE6BB51A8}"/>
          </ac:spMkLst>
        </pc:spChg>
        <pc:picChg chg="add del">
          <ac:chgData name="Richard Jason Huaracha Melendez" userId="S::richardjason.huarachamelendez@tajamar365.com::2d16dc71-c771-4a05-be9b-1d79cbd5bda9" providerId="AD" clId="Web-{73940B1E-1952-A7D2-32DF-1E2457332414}" dt="2025-09-27T11:44:39.880" v="1"/>
          <ac:picMkLst>
            <pc:docMk/>
            <pc:sldMk cId="2790982520" sldId="256"/>
            <ac:picMk id="5" creationId="{E846F9F3-EF5E-DAD7-5460-10781741A0FF}"/>
          </ac:picMkLst>
        </pc:picChg>
        <pc:picChg chg="add del">
          <ac:chgData name="Richard Jason Huaracha Melendez" userId="S::richardjason.huarachamelendez@tajamar365.com::2d16dc71-c771-4a05-be9b-1d79cbd5bda9" providerId="AD" clId="Web-{73940B1E-1952-A7D2-32DF-1E2457332414}" dt="2025-09-27T11:44:51.036" v="3"/>
          <ac:picMkLst>
            <pc:docMk/>
            <pc:sldMk cId="2790982520" sldId="256"/>
            <ac:picMk id="7" creationId="{4271B0AC-72C2-A114-3304-72AD6416B886}"/>
          </ac:picMkLst>
        </pc:picChg>
        <pc:picChg chg="add mod ord">
          <ac:chgData name="Richard Jason Huaracha Melendez" userId="S::richardjason.huarachamelendez@tajamar365.com::2d16dc71-c771-4a05-be9b-1d79cbd5bda9" providerId="AD" clId="Web-{73940B1E-1952-A7D2-32DF-1E2457332414}" dt="2025-09-27T11:47:42.277" v="21"/>
          <ac:picMkLst>
            <pc:docMk/>
            <pc:sldMk cId="2790982520" sldId="256"/>
            <ac:picMk id="12" creationId="{D41D68D6-2075-38E8-5287-53541FA49618}"/>
          </ac:picMkLst>
        </pc:picChg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30.269" v="54"/>
        <pc:sldMkLst>
          <pc:docMk/>
          <pc:sldMk cId="2103918651" sldId="257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0:30.496" v="45"/>
        <pc:sldMkLst>
          <pc:docMk/>
          <pc:sldMk cId="118069883" sldId="259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18.206" v="53"/>
        <pc:sldMkLst>
          <pc:docMk/>
          <pc:sldMk cId="2998392130" sldId="260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05.893" v="52"/>
        <pc:sldMkLst>
          <pc:docMk/>
          <pc:sldMk cId="388710629" sldId="261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2:23.017" v="49"/>
        <pc:sldMkLst>
          <pc:docMk/>
          <pc:sldMk cId="3468292208" sldId="262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2:52.596" v="50"/>
        <pc:sldMkLst>
          <pc:docMk/>
          <pc:sldMk cId="3551151879" sldId="263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45.644" v="56"/>
        <pc:sldMkLst>
          <pc:docMk/>
          <pc:sldMk cId="2252072217" sldId="264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37.129" v="55"/>
        <pc:sldMkLst>
          <pc:docMk/>
          <pc:sldMk cId="28007375" sldId="266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3:50.566" v="57"/>
        <pc:sldMkLst>
          <pc:docMk/>
          <pc:sldMk cId="367807777" sldId="267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48:28.452" v="35"/>
        <pc:sldMkLst>
          <pc:docMk/>
          <pc:sldMk cId="3692534214" sldId="269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4:03.614" v="58"/>
        <pc:sldMkLst>
          <pc:docMk/>
          <pc:sldMk cId="2860742963" sldId="270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4:16.958" v="60"/>
        <pc:sldMkLst>
          <pc:docMk/>
          <pc:sldMk cId="3872797659" sldId="273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4:09.458" v="59"/>
        <pc:sldMkLst>
          <pc:docMk/>
          <pc:sldMk cId="1880141886" sldId="274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4:25.161" v="61"/>
        <pc:sldMkLst>
          <pc:docMk/>
          <pc:sldMk cId="1306427558" sldId="275"/>
        </pc:sldMkLst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49:17.847" v="41"/>
        <pc:sldMkLst>
          <pc:docMk/>
          <pc:sldMk cId="3537894558" sldId="276"/>
        </pc:sldMkLst>
      </pc:sldChg>
      <pc:sldChg chg="modSp modTransition addAnim delAnim modAnim">
        <pc:chgData name="Richard Jason Huaracha Melendez" userId="S::richardjason.huarachamelendez@tajamar365.com::2d16dc71-c771-4a05-be9b-1d79cbd5bda9" providerId="AD" clId="Web-{73940B1E-1952-A7D2-32DF-1E2457332414}" dt="2025-09-27T11:50:53.419" v="46"/>
        <pc:sldMkLst>
          <pc:docMk/>
          <pc:sldMk cId="3338573331" sldId="278"/>
        </pc:sldMkLst>
        <pc:picChg chg="mod">
          <ac:chgData name="Richard Jason Huaracha Melendez" userId="S::richardjason.huarachamelendez@tajamar365.com::2d16dc71-c771-4a05-be9b-1d79cbd5bda9" providerId="AD" clId="Web-{73940B1E-1952-A7D2-32DF-1E2457332414}" dt="2025-09-27T11:45:21.521" v="5" actId="1076"/>
          <ac:picMkLst>
            <pc:docMk/>
            <pc:sldMk cId="3338573331" sldId="278"/>
            <ac:picMk id="4" creationId="{5900FAE0-F57C-60C7-E6C0-9D89205C1FA9}"/>
          </ac:picMkLst>
        </pc:picChg>
      </pc:sldChg>
      <pc:sldChg chg="modTransition">
        <pc:chgData name="Richard Jason Huaracha Melendez" userId="S::richardjason.huarachamelendez@tajamar365.com::2d16dc71-c771-4a05-be9b-1d79cbd5bda9" providerId="AD" clId="Web-{73940B1E-1952-A7D2-32DF-1E2457332414}" dt="2025-09-27T11:54:30.364" v="62"/>
        <pc:sldMkLst>
          <pc:docMk/>
          <pc:sldMk cId="29086323" sldId="279"/>
        </pc:sldMkLst>
      </pc:sldChg>
      <pc:sldChg chg="addSp delSp modSp add del replId">
        <pc:chgData name="Richard Jason Huaracha Melendez" userId="S::richardjason.huarachamelendez@tajamar365.com::2d16dc71-c771-4a05-be9b-1d79cbd5bda9" providerId="AD" clId="Web-{73940B1E-1952-A7D2-32DF-1E2457332414}" dt="2025-09-27T11:46:38.725" v="19"/>
        <pc:sldMkLst>
          <pc:docMk/>
          <pc:sldMk cId="2968023313" sldId="280"/>
        </pc:sldMkLst>
        <pc:spChg chg="add del">
          <ac:chgData name="Richard Jason Huaracha Melendez" userId="S::richardjason.huarachamelendez@tajamar365.com::2d16dc71-c771-4a05-be9b-1d79cbd5bda9" providerId="AD" clId="Web-{73940B1E-1952-A7D2-32DF-1E2457332414}" dt="2025-09-27T11:46:34.069" v="16"/>
          <ac:spMkLst>
            <pc:docMk/>
            <pc:sldMk cId="2968023313" sldId="280"/>
            <ac:spMk id="2" creationId="{23CBAF68-F5A2-FF9D-60FD-08951A06558F}"/>
          </ac:spMkLst>
        </pc:spChg>
        <pc:spChg chg="add del">
          <ac:chgData name="Richard Jason Huaracha Melendez" userId="S::richardjason.huarachamelendez@tajamar365.com::2d16dc71-c771-4a05-be9b-1d79cbd5bda9" providerId="AD" clId="Web-{73940B1E-1952-A7D2-32DF-1E2457332414}" dt="2025-09-27T11:46:34.069" v="17"/>
          <ac:spMkLst>
            <pc:docMk/>
            <pc:sldMk cId="2968023313" sldId="280"/>
            <ac:spMk id="3" creationId="{64518FE6-2AEA-B32E-6CA0-047ED50458FC}"/>
          </ac:spMkLst>
        </pc:spChg>
        <pc:spChg chg="add del mod">
          <ac:chgData name="Richard Jason Huaracha Melendez" userId="S::richardjason.huarachamelendez@tajamar365.com::2d16dc71-c771-4a05-be9b-1d79cbd5bda9" providerId="AD" clId="Web-{73940B1E-1952-A7D2-32DF-1E2457332414}" dt="2025-09-27T11:46:34.069" v="17"/>
          <ac:spMkLst>
            <pc:docMk/>
            <pc:sldMk cId="2968023313" sldId="280"/>
            <ac:spMk id="5" creationId="{88DCF2E3-149F-F7A0-DCEA-366C73359305}"/>
          </ac:spMkLst>
        </pc:spChg>
        <pc:spChg chg="add del mod">
          <ac:chgData name="Richard Jason Huaracha Melendez" userId="S::richardjason.huarachamelendez@tajamar365.com::2d16dc71-c771-4a05-be9b-1d79cbd5bda9" providerId="AD" clId="Web-{73940B1E-1952-A7D2-32DF-1E2457332414}" dt="2025-09-27T11:46:34.069" v="16"/>
          <ac:spMkLst>
            <pc:docMk/>
            <pc:sldMk cId="2968023313" sldId="280"/>
            <ac:spMk id="7" creationId="{DF8B4B44-A066-A54A-0BF1-31B6A62B7DC1}"/>
          </ac:spMkLst>
        </pc:spChg>
        <pc:picChg chg="add del">
          <ac:chgData name="Richard Jason Huaracha Melendez" userId="S::richardjason.huarachamelendez@tajamar365.com::2d16dc71-c771-4a05-be9b-1d79cbd5bda9" providerId="AD" clId="Web-{73940B1E-1952-A7D2-32DF-1E2457332414}" dt="2025-09-27T11:46:34.069" v="18"/>
          <ac:picMkLst>
            <pc:docMk/>
            <pc:sldMk cId="2968023313" sldId="280"/>
            <ac:picMk id="12" creationId="{939BA14E-5CDE-4A3B-FAF3-7AE2EEBC9D04}"/>
          </ac:picMkLst>
        </pc:picChg>
      </pc:sldChg>
    </pc:docChg>
  </pc:docChgLst>
  <pc:docChgLst>
    <pc:chgData name="Richard Jason Huaracha Melendez" userId="S::richardjason.huarachamelendez@tajamar365.com::2d16dc71-c771-4a05-be9b-1d79cbd5bda9" providerId="AD" clId="Web-{CC430766-40BE-F023-2A72-5DCF877CADDD}"/>
    <pc:docChg chg="addSld modSld">
      <pc:chgData name="Richard Jason Huaracha Melendez" userId="S::richardjason.huarachamelendez@tajamar365.com::2d16dc71-c771-4a05-be9b-1d79cbd5bda9" providerId="AD" clId="Web-{CC430766-40BE-F023-2A72-5DCF877CADDD}" dt="2025-09-27T11:28:57.815" v="248" actId="20577"/>
      <pc:docMkLst>
        <pc:docMk/>
      </pc:docMkLst>
      <pc:sldChg chg="modSp">
        <pc:chgData name="Richard Jason Huaracha Melendez" userId="S::richardjason.huarachamelendez@tajamar365.com::2d16dc71-c771-4a05-be9b-1d79cbd5bda9" providerId="AD" clId="Web-{CC430766-40BE-F023-2A72-5DCF877CADDD}" dt="2025-09-27T11:28:57.815" v="248" actId="20577"/>
        <pc:sldMkLst>
          <pc:docMk/>
          <pc:sldMk cId="118069883" sldId="259"/>
        </pc:sldMkLst>
        <pc:spChg chg="mod">
          <ac:chgData name="Richard Jason Huaracha Melendez" userId="S::richardjason.huarachamelendez@tajamar365.com::2d16dc71-c771-4a05-be9b-1d79cbd5bda9" providerId="AD" clId="Web-{CC430766-40BE-F023-2A72-5DCF877CADDD}" dt="2025-09-27T11:28:57.815" v="248" actId="20577"/>
          <ac:spMkLst>
            <pc:docMk/>
            <pc:sldMk cId="118069883" sldId="259"/>
            <ac:spMk id="3" creationId="{96C3F474-AA8F-8EE0-9B06-F84820ABA9BB}"/>
          </ac:spMkLst>
        </pc:spChg>
      </pc:sldChg>
      <pc:sldChg chg="modSp new">
        <pc:chgData name="Richard Jason Huaracha Melendez" userId="S::richardjason.huarachamelendez@tajamar365.com::2d16dc71-c771-4a05-be9b-1d79cbd5bda9" providerId="AD" clId="Web-{CC430766-40BE-F023-2A72-5DCF877CADDD}" dt="2025-09-27T11:28:29.688" v="241" actId="20577"/>
        <pc:sldMkLst>
          <pc:docMk/>
          <pc:sldMk cId="29086323" sldId="279"/>
        </pc:sldMkLst>
        <pc:spChg chg="mod">
          <ac:chgData name="Richard Jason Huaracha Melendez" userId="S::richardjason.huarachamelendez@tajamar365.com::2d16dc71-c771-4a05-be9b-1d79cbd5bda9" providerId="AD" clId="Web-{CC430766-40BE-F023-2A72-5DCF877CADDD}" dt="2025-09-27T11:22:39.451" v="5" actId="20577"/>
          <ac:spMkLst>
            <pc:docMk/>
            <pc:sldMk cId="29086323" sldId="279"/>
            <ac:spMk id="2" creationId="{91AC342B-A5E3-F9BB-0AD4-69CD34D2FBCD}"/>
          </ac:spMkLst>
        </pc:spChg>
        <pc:spChg chg="mod">
          <ac:chgData name="Richard Jason Huaracha Melendez" userId="S::richardjason.huarachamelendez@tajamar365.com::2d16dc71-c771-4a05-be9b-1d79cbd5bda9" providerId="AD" clId="Web-{CC430766-40BE-F023-2A72-5DCF877CADDD}" dt="2025-09-27T11:28:29.688" v="241" actId="20577"/>
          <ac:spMkLst>
            <pc:docMk/>
            <pc:sldMk cId="29086323" sldId="279"/>
            <ac:spMk id="3" creationId="{3361B023-49F4-E3B3-DF04-D380E9E0478A}"/>
          </ac:spMkLst>
        </pc:spChg>
      </pc:sldChg>
    </pc:docChg>
  </pc:docChgLst>
  <pc:docChgLst>
    <pc:chgData name="Richard Jason Huaracha Melendez" userId="S::richardjason.huarachamelendez@tajamar365.com::2d16dc71-c771-4a05-be9b-1d79cbd5bda9" providerId="AD" clId="Web-{8729EDF9-4EBD-00D3-8376-57D79E7CAD1C}"/>
    <pc:docChg chg="modSld">
      <pc:chgData name="Richard Jason Huaracha Melendez" userId="S::richardjason.huarachamelendez@tajamar365.com::2d16dc71-c771-4a05-be9b-1d79cbd5bda9" providerId="AD" clId="Web-{8729EDF9-4EBD-00D3-8376-57D79E7CAD1C}" dt="2025-09-26T12:53:45.147" v="0" actId="20577"/>
      <pc:docMkLst>
        <pc:docMk/>
      </pc:docMkLst>
      <pc:sldChg chg="modSp">
        <pc:chgData name="Richard Jason Huaracha Melendez" userId="S::richardjason.huarachamelendez@tajamar365.com::2d16dc71-c771-4a05-be9b-1d79cbd5bda9" providerId="AD" clId="Web-{8729EDF9-4EBD-00D3-8376-57D79E7CAD1C}" dt="2025-09-26T12:53:45.147" v="0" actId="20577"/>
        <pc:sldMkLst>
          <pc:docMk/>
          <pc:sldMk cId="2103918651" sldId="257"/>
        </pc:sldMkLst>
        <pc:spChg chg="mod">
          <ac:chgData name="Richard Jason Huaracha Melendez" userId="S::richardjason.huarachamelendez@tajamar365.com::2d16dc71-c771-4a05-be9b-1d79cbd5bda9" providerId="AD" clId="Web-{8729EDF9-4EBD-00D3-8376-57D79E7CAD1C}" dt="2025-09-26T12:53:45.147" v="0" actId="20577"/>
          <ac:spMkLst>
            <pc:docMk/>
            <pc:sldMk cId="2103918651" sldId="257"/>
            <ac:spMk id="3" creationId="{D3656A04-D0D4-B5C8-3755-BFC6CC1D69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5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5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68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10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4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24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7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918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6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39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615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540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0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04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3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5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  <p:sldLayoutId id="2147484059" r:id="rId12"/>
    <p:sldLayoutId id="2147484060" r:id="rId13"/>
    <p:sldLayoutId id="2147484061" r:id="rId14"/>
    <p:sldLayoutId id="2147484062" r:id="rId15"/>
    <p:sldLayoutId id="21474840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5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7.xml"/><Relationship Id="rId10" Type="http://schemas.openxmlformats.org/officeDocument/2006/relationships/slide" Target="slide15.xml"/><Relationship Id="rId4" Type="http://schemas.openxmlformats.org/officeDocument/2006/relationships/slide" Target="slide6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3B6E2-320C-77E9-4E61-C16E482D8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90" y="844510"/>
            <a:ext cx="3710018" cy="4169749"/>
          </a:xfrm>
        </p:spPr>
        <p:txBody>
          <a:bodyPr>
            <a:normAutofit/>
          </a:bodyPr>
          <a:lstStyle/>
          <a:p>
            <a:r>
              <a:rPr lang="es-ES" sz="4400" dirty="0"/>
              <a:t>EN EL INTERIOR DE UN PC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219C6A-843E-7105-46DA-9085D76A2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90" y="5097928"/>
            <a:ext cx="3710018" cy="9155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300" dirty="0"/>
              <a:t>RICHARD JASON HUARACHA MELENDEZ</a:t>
            </a:r>
          </a:p>
          <a:p>
            <a:pPr>
              <a:lnSpc>
                <a:spcPct val="90000"/>
              </a:lnSpc>
            </a:pPr>
            <a:r>
              <a:rPr lang="es-ES" sz="1300" dirty="0"/>
              <a:t>FUNDAMENTOS DE HARDWARE</a:t>
            </a:r>
          </a:p>
          <a:p>
            <a:pPr>
              <a:lnSpc>
                <a:spcPct val="90000"/>
              </a:lnSpc>
            </a:pPr>
            <a:r>
              <a:rPr lang="es-ES" sz="1300" dirty="0"/>
              <a:t>22-09-2025</a:t>
            </a:r>
          </a:p>
        </p:txBody>
      </p:sp>
      <p:pic>
        <p:nvPicPr>
          <p:cNvPr id="12" name="Picture 4" descr="Monitores de ordenador antiguos">
            <a:extLst>
              <a:ext uri="{FF2B5EF4-FFF2-40B4-BE49-F238E27FC236}">
                <a16:creationId xmlns:a16="http://schemas.microsoft.com/office/drawing/2014/main" id="{D41D68D6-2075-38E8-5287-53541FA49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90" r="24409"/>
          <a:stretch>
            <a:fillRect/>
          </a:stretch>
        </p:blipFill>
        <p:spPr>
          <a:xfrm>
            <a:off x="6095998" y="-20965"/>
            <a:ext cx="6096002" cy="68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82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9C251-F530-896D-17BF-0333BA19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INDICE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C3F474-AA8F-8EE0-9B06-F84820ABA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377016"/>
            <a:ext cx="8915400" cy="353420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ES" dirty="0">
                <a:hlinkClick r:id="rId2" action="ppaction://hlinksldjump"/>
              </a:rPr>
              <a:t>ORIGEN Y CREACION DEL PC</a:t>
            </a:r>
            <a:endParaRPr lang="es-ES" dirty="0"/>
          </a:p>
          <a:p>
            <a:r>
              <a:rPr lang="es-ES" dirty="0">
                <a:hlinkClick r:id="rId3" action="ppaction://hlinksldjump"/>
              </a:rPr>
              <a:t>¿CÓMO FUNCIONA?</a:t>
            </a:r>
          </a:p>
          <a:p>
            <a:r>
              <a:rPr lang="es-ES" dirty="0">
                <a:hlinkClick r:id="rId4" action="ppaction://hlinksldjump"/>
              </a:rPr>
              <a:t>UNIDADES DE MEDIDA</a:t>
            </a:r>
          </a:p>
          <a:p>
            <a:r>
              <a:rPr lang="es-ES" dirty="0">
                <a:hlinkClick r:id="rId5" action="ppaction://hlinksldjump"/>
              </a:rPr>
              <a:t>COMUNICACIONES SERIE Y PARALELO</a:t>
            </a:r>
          </a:p>
          <a:p>
            <a:r>
              <a:rPr lang="es-ES" dirty="0">
                <a:hlinkClick r:id="rId6" action="ppaction://hlinksldjump"/>
              </a:rPr>
              <a:t>ESQUEMA BASICO DE UN PC</a:t>
            </a:r>
          </a:p>
          <a:p>
            <a:r>
              <a:rPr lang="es-ES" dirty="0">
                <a:hlinkClick r:id="rId7" action="ppaction://hlinksldjump"/>
              </a:rPr>
              <a:t>PUENTE NORTE Y PUENTE SUR</a:t>
            </a:r>
          </a:p>
          <a:p>
            <a:r>
              <a:rPr lang="es-ES" dirty="0">
                <a:hlinkClick r:id="rId8" action="ppaction://hlinksldjump"/>
              </a:rPr>
              <a:t>BUSES DE COMUNICACIÓN</a:t>
            </a:r>
          </a:p>
          <a:p>
            <a:r>
              <a:rPr lang="es-ES" dirty="0">
                <a:hlinkClick r:id="rId9" action="ppaction://hlinksldjump"/>
              </a:rPr>
              <a:t>COMO ARRANCA EL PC</a:t>
            </a:r>
          </a:p>
          <a:p>
            <a:r>
              <a:rPr lang="es-ES" dirty="0">
                <a:hlinkClick r:id="rId10" action="ppaction://hlinksldjump"/>
              </a:rPr>
              <a:t>COMPONENTES DE UN PC</a:t>
            </a:r>
          </a:p>
          <a:p>
            <a:r>
              <a:rPr lang="es-ES" dirty="0">
                <a:hlinkClick r:id="rId11" action="ppaction://hlinksldjump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18069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913BF-F16B-0350-AC73-C10EF8E0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ORIGEN Y CREACION DEL PC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AE3C70-C247-9913-2DB2-3805F506D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Hace más de 30 años IBM lanzo al mercado el primer ordenador personal, la compañía estadunidense encargo a un grupo de expertos en el desarrollo de una máquina que todo el mundo quisiera tener.</a:t>
            </a:r>
          </a:p>
          <a:p>
            <a:r>
              <a:rPr lang="es-ES" dirty="0"/>
              <a:t>En el siglo </a:t>
            </a:r>
            <a:r>
              <a:rPr lang="es-ES" dirty="0" err="1"/>
              <a:t>XlX</a:t>
            </a:r>
            <a:r>
              <a:rPr lang="es-ES" dirty="0"/>
              <a:t> Charles Babbage diseña la maquina analítica.</a:t>
            </a:r>
          </a:p>
          <a:p>
            <a:r>
              <a:rPr lang="es-ES" dirty="0"/>
              <a:t>En 1940 surgen las primeras computadoras ENIAC, computadoras enormes usadas con fines científicos y militares.</a:t>
            </a:r>
          </a:p>
          <a:p>
            <a:r>
              <a:rPr lang="es-ES" dirty="0"/>
              <a:t>Desde 1980 en adelante la computadora convencional ha ido evolucionando, </a:t>
            </a:r>
            <a:r>
              <a:rPr lang="es-ES" dirty="0" err="1"/>
              <a:t>PCs</a:t>
            </a:r>
            <a:r>
              <a:rPr lang="es-ES" dirty="0"/>
              <a:t> más potentes con gráficos avanzados, internet, portátiles y ahora coexistiendo con móviles y la nube.</a:t>
            </a:r>
          </a:p>
        </p:txBody>
      </p:sp>
    </p:spTree>
    <p:extLst>
      <p:ext uri="{BB962C8B-B14F-4D97-AF65-F5344CB8AC3E}">
        <p14:creationId xmlns:p14="http://schemas.microsoft.com/office/powerpoint/2010/main" val="353789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900FAE0-F57C-60C7-E6C0-9D89205C1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17" y="1622955"/>
            <a:ext cx="3591983" cy="36015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C9EA42-F013-8468-BD5F-A917CDEA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05" y="1629832"/>
            <a:ext cx="5503788" cy="36089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3857333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82815-D5F9-1313-402C-6734C58D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¿COMO FUNCIONA?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9D3D9A-F5B0-6C3E-9AE6-E47CF9FF5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1"/>
            <a:ext cx="8915400" cy="44631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Un ordenador personal, como cualquier otro sistema informático, es algo más que un conjunto de circuitos electrónicos ensamblados entre sí. </a:t>
            </a:r>
          </a:p>
          <a:p>
            <a:r>
              <a:rPr lang="es-ES" dirty="0"/>
              <a:t>El funcionamiento de un ordenador se divide en cuatro grupos de tareas:</a:t>
            </a:r>
            <a:endParaRPr lang="es-ES"/>
          </a:p>
          <a:p>
            <a:endParaRPr lang="es-ES" sz="2600" dirty="0"/>
          </a:p>
          <a:p>
            <a:r>
              <a:rPr lang="es-ES" dirty="0"/>
              <a:t>El procesador recibe y procesa una serie de datos.</a:t>
            </a:r>
          </a:p>
          <a:p>
            <a:endParaRPr lang="es-ES" dirty="0"/>
          </a:p>
          <a:p>
            <a:r>
              <a:rPr lang="es-ES" dirty="0"/>
              <a:t>La memoria almacena la información.</a:t>
            </a:r>
          </a:p>
          <a:p>
            <a:endParaRPr lang="es-ES" dirty="0"/>
          </a:p>
          <a:p>
            <a:r>
              <a:rPr lang="es-ES" dirty="0"/>
              <a:t>Los puertos de entrada reciben los datos para procesarla o almacenarla.</a:t>
            </a:r>
          </a:p>
          <a:p>
            <a:endParaRPr lang="es-ES" dirty="0"/>
          </a:p>
          <a:p>
            <a:r>
              <a:rPr lang="es-ES" dirty="0"/>
              <a:t>Los puertos de salida la &lt;sacan&gt; del ordenador después del procesamiento.</a:t>
            </a:r>
          </a:p>
        </p:txBody>
      </p:sp>
    </p:spTree>
    <p:extLst>
      <p:ext uri="{BB962C8B-B14F-4D97-AF65-F5344CB8AC3E}">
        <p14:creationId xmlns:p14="http://schemas.microsoft.com/office/powerpoint/2010/main" val="3468292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C5D1D-BC60-7234-F99B-E8879BA3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UNIDADES DE MEDIDA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2FC859-7D55-F533-E450-001018B0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29512"/>
            <a:ext cx="8915400" cy="460437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/>
              <a:t>La unidad mínima de información en informática es el bit. </a:t>
            </a:r>
            <a:br>
              <a:rPr lang="es-ES" dirty="0"/>
            </a:br>
            <a:r>
              <a:rPr lang="es-ES" dirty="0"/>
              <a:t>Un bit es un elemento que solo es capaz de contener un digito binario ya sea un 1 o un 0. </a:t>
            </a:r>
          </a:p>
          <a:p>
            <a:r>
              <a:rPr lang="es-ES" dirty="0"/>
              <a:t>Los bits pueden agruparse en bytes que con son </a:t>
            </a:r>
            <a:br>
              <a:rPr lang="es-ES" dirty="0"/>
            </a:br>
            <a:r>
              <a:rPr lang="es-ES" dirty="0"/>
              <a:t>conjuntos de 8 bits capaces de almacenar un </a:t>
            </a:r>
            <a:br>
              <a:rPr lang="es-ES" dirty="0"/>
            </a:br>
            <a:r>
              <a:rPr lang="es-ES" dirty="0"/>
              <a:t>valor decimal comprendido entre 0 y 255.</a:t>
            </a:r>
          </a:p>
          <a:p>
            <a:r>
              <a:rPr lang="es-ES" dirty="0"/>
              <a:t>Para pasar de una unidad a </a:t>
            </a:r>
            <a:br>
              <a:rPr lang="es-ES" dirty="0"/>
            </a:br>
            <a:r>
              <a:rPr lang="es-ES" dirty="0"/>
              <a:t>otra se multiplica por 1024.</a:t>
            </a:r>
          </a:p>
          <a:p>
            <a:r>
              <a:rPr lang="es-ES" dirty="0"/>
              <a:t>Cuando se habla de almacenamiento se utiliza</a:t>
            </a:r>
            <a:br>
              <a:rPr lang="es-ES" dirty="0"/>
            </a:br>
            <a:r>
              <a:rPr lang="es-ES" dirty="0"/>
              <a:t>la unidad de medida byte.</a:t>
            </a:r>
          </a:p>
          <a:p>
            <a:r>
              <a:rPr lang="es-ES" dirty="0"/>
              <a:t>Un detalle a tener en cuenta</a:t>
            </a:r>
            <a:br>
              <a:rPr lang="es-ES" dirty="0"/>
            </a:br>
            <a:r>
              <a:rPr lang="es-ES" dirty="0"/>
              <a:t>siempre presente es que el bit se identifica </a:t>
            </a:r>
            <a:br>
              <a:rPr lang="es-ES" dirty="0"/>
            </a:br>
            <a:r>
              <a:rPr lang="es-ES" dirty="0"/>
              <a:t>siempre con un «b» minúscula, </a:t>
            </a:r>
            <a:br>
              <a:rPr lang="es-ES" dirty="0"/>
            </a:br>
            <a:r>
              <a:rPr lang="es-ES" dirty="0"/>
              <a:t>mientras que para identificar un byte </a:t>
            </a:r>
            <a:br>
              <a:rPr lang="es-ES" dirty="0"/>
            </a:br>
            <a:r>
              <a:rPr lang="es-ES" dirty="0"/>
              <a:t>se usa un «B» mayúscula.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B92B3E-B283-86CF-6F21-6ADC87661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899" y="2414956"/>
            <a:ext cx="3211655" cy="330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51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AB529-1C59-F861-DA69-88268C8D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765" y="289560"/>
            <a:ext cx="8911687" cy="1280890"/>
          </a:xfrm>
        </p:spPr>
        <p:txBody>
          <a:bodyPr>
            <a:noAutofit/>
          </a:bodyPr>
          <a:lstStyle/>
          <a:p>
            <a:r>
              <a:rPr lang="es-ES" sz="4400" dirty="0"/>
              <a:t>COMUNICACIONES SERIE Y PARALELO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A289E-9760-0804-4D98-5DB08DAB6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052" y="2118360"/>
            <a:ext cx="8915400" cy="42367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1700" b="1" dirty="0"/>
              <a:t>SERIE: </a:t>
            </a:r>
            <a:r>
              <a:rPr lang="es-ES" sz="1700" dirty="0"/>
              <a:t>En la comunicación serie,</a:t>
            </a:r>
            <a:br>
              <a:rPr lang="es-ES" sz="1700" dirty="0"/>
            </a:br>
            <a:r>
              <a:rPr lang="es-ES" sz="1700" dirty="0"/>
              <a:t>los datos se transmiten un bit a la vez </a:t>
            </a:r>
            <a:br>
              <a:rPr lang="es-ES" sz="1700" dirty="0"/>
            </a:br>
            <a:r>
              <a:rPr lang="es-ES" sz="1700" dirty="0"/>
              <a:t>a través de un </a:t>
            </a:r>
            <a:br>
              <a:rPr lang="es-ES" sz="1700" dirty="0"/>
            </a:br>
            <a:r>
              <a:rPr lang="es-ES" sz="1700" dirty="0"/>
              <a:t>único canal de comunicación. </a:t>
            </a:r>
            <a:br>
              <a:rPr lang="es-ES" sz="1700" dirty="0"/>
            </a:br>
            <a:r>
              <a:rPr lang="es-ES" sz="1700" dirty="0"/>
              <a:t>Significa que los bits </a:t>
            </a:r>
            <a:br>
              <a:rPr lang="es-ES" sz="1700" dirty="0"/>
            </a:br>
            <a:r>
              <a:rPr lang="es-ES" sz="1700" dirty="0"/>
              <a:t>se envían secuencialmente </a:t>
            </a:r>
            <a:br>
              <a:rPr lang="es-ES" sz="1700" dirty="0"/>
            </a:br>
            <a:r>
              <a:rPr lang="es-ES" sz="1700" dirty="0"/>
              <a:t>uno tras otro.</a:t>
            </a:r>
          </a:p>
          <a:p>
            <a:pPr marL="0" indent="0">
              <a:buNone/>
            </a:pPr>
            <a:r>
              <a:rPr lang="es-ES" sz="1700" b="1" dirty="0"/>
              <a:t>PARALELO: </a:t>
            </a:r>
            <a:r>
              <a:rPr lang="es-ES" sz="1700" dirty="0"/>
              <a:t>En una comunicación </a:t>
            </a:r>
            <a:br>
              <a:rPr lang="es-ES" sz="1700" dirty="0"/>
            </a:br>
            <a:r>
              <a:rPr lang="es-ES" sz="1700" dirty="0"/>
              <a:t>en paralelo, </a:t>
            </a:r>
            <a:br>
              <a:rPr lang="es-ES" sz="1700" dirty="0"/>
            </a:br>
            <a:r>
              <a:rPr lang="es-ES" sz="1700" dirty="0"/>
              <a:t>múltiples bits se transmiten </a:t>
            </a:r>
            <a:br>
              <a:rPr lang="es-ES" sz="1700" dirty="0"/>
            </a:br>
            <a:r>
              <a:rPr lang="es-ES" sz="1700" dirty="0"/>
              <a:t>simultáneamente a través varios </a:t>
            </a:r>
            <a:br>
              <a:rPr lang="es-ES" sz="1700" dirty="0"/>
            </a:br>
            <a:r>
              <a:rPr lang="es-ES" sz="1700" dirty="0"/>
              <a:t>canales. </a:t>
            </a:r>
            <a:br>
              <a:rPr lang="es-ES" sz="1700" dirty="0"/>
            </a:br>
            <a:r>
              <a:rPr lang="es-ES" sz="1700" dirty="0"/>
              <a:t>Esto permite que un conjunto </a:t>
            </a:r>
            <a:br>
              <a:rPr lang="es-ES" sz="1700" dirty="0"/>
            </a:br>
            <a:r>
              <a:rPr lang="es-ES" sz="1700" dirty="0"/>
              <a:t>de datos se envié </a:t>
            </a:r>
            <a:br>
              <a:rPr lang="es-ES" sz="1700" dirty="0"/>
            </a:br>
            <a:r>
              <a:rPr lang="es-ES" sz="1700" dirty="0"/>
              <a:t>más rápidos ya que varios bits </a:t>
            </a:r>
            <a:br>
              <a:rPr lang="es-ES" sz="1700" dirty="0"/>
            </a:br>
            <a:r>
              <a:rPr lang="es-ES" sz="1700" dirty="0"/>
              <a:t>se envían al mismo tiempo.</a:t>
            </a:r>
            <a:endParaRPr lang="es-ES" sz="17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BEE7CA-7796-AF0C-916F-D07B4221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19" y="2861098"/>
            <a:ext cx="54102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0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07547-7BFC-6540-9CA0-6E0FCDAE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ESQUEMA BASICO DE UN PC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F0758-B543-A8F1-674F-A409721E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Un procesador moderno es una pieza de ingeniería concebida para procesar ingentes cantidades de datos.</a:t>
            </a:r>
          </a:p>
          <a:p>
            <a:endParaRPr lang="es-ES" dirty="0"/>
          </a:p>
          <a:p>
            <a:r>
              <a:rPr lang="es-ES" dirty="0"/>
              <a:t>Quien se encarga de proporcionar estos datos es la memoria RAM.</a:t>
            </a:r>
            <a:br>
              <a:rPr lang="es-ES" dirty="0"/>
            </a:br>
            <a:r>
              <a:rPr lang="es-ES" dirty="0"/>
              <a:t>Esta tendrá que ser lo suficientemente rápida .</a:t>
            </a:r>
          </a:p>
          <a:p>
            <a:endParaRPr lang="es-ES" dirty="0"/>
          </a:p>
          <a:p>
            <a:r>
              <a:rPr lang="es-ES" dirty="0"/>
              <a:t>Sin embargo, por muy rápidas que sean tanto el procesador y la RAM, si no se consigue que la transferencia de datos sea igualmente rápida toda esta potencia bruta no podrá ser aprovechada de forma adecuada. 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83921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ACEC2-AD98-EE02-2A72-D131F3CF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4400" dirty="0"/>
              <a:t>PUENTE NORTE Y PUENTE SUR</a:t>
            </a:r>
            <a:br>
              <a:rPr lang="es-ES" sz="4800" dirty="0"/>
            </a:br>
            <a:endParaRPr lang="es-ES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656A04-D0D4-B5C8-3755-BFC6CC1D6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Aparte del procesador, también encontramos integrados en la placa base uno o dos chips que reciben el nombre de CHIPSET. </a:t>
            </a:r>
          </a:p>
          <a:p>
            <a:r>
              <a:rPr lang="es-ES" dirty="0"/>
              <a:t>Antiguamente el chipset proporcionaba la mayoría de </a:t>
            </a:r>
            <a:r>
              <a:rPr lang="es-ES"/>
              <a:t>las funciones</a:t>
            </a:r>
            <a:r>
              <a:rPr lang="es-ES" dirty="0"/>
              <a:t> que requiere el pc.</a:t>
            </a:r>
          </a:p>
          <a:p>
            <a:r>
              <a:rPr lang="es-ES" dirty="0"/>
              <a:t>En la actualidad estas funciones con mayor requerimiento de velocidad ya vienen integrados en los procesadores. Tales como el acceso a la memoria o la tarjeta gráfica. </a:t>
            </a:r>
          </a:p>
          <a:p>
            <a:r>
              <a:rPr lang="es-ES" dirty="0"/>
              <a:t>Las funciones de menos requerimiento de velocidad se agrupan en otro Chipset que a su vez se comunica con un bus de alta velocidad. En este grupo de dispositivos podemos encontrar el disco duro, lector de DVD, conectores PCI, entre otros. </a:t>
            </a:r>
          </a:p>
        </p:txBody>
      </p:sp>
    </p:spTree>
    <p:extLst>
      <p:ext uri="{BB962C8B-B14F-4D97-AF65-F5344CB8AC3E}">
        <p14:creationId xmlns:p14="http://schemas.microsoft.com/office/powerpoint/2010/main" val="2103918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83829-DB45-6A90-03BB-43695813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IMÁGENES PUENTE NORTE PUENTE SUR</a:t>
            </a:r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0F570525-1556-701F-B786-1AC71EDED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646" y="1805517"/>
            <a:ext cx="2679366" cy="37776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71C92E2-4EB6-CCA4-EB7B-0DE1F1243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829" y="1802871"/>
            <a:ext cx="5210175" cy="3971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00737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ECAD5-BA7C-DCAD-F940-ECB6784F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BUSES DE COMUNICACION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7DCE4-0515-0839-8A79-B9734465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Los buses de comunicación es un canal físico o virtual que permiten la transferencia de datos y la comunicación entre diferentes componentes de un sistema. Los más importantes se pueden dividir en internos (dentro del procesador o placa base) y externos (para conectar periféricos).</a:t>
            </a:r>
          </a:p>
          <a:p>
            <a:endParaRPr lang="es-ES" dirty="0"/>
          </a:p>
          <a:p>
            <a:r>
              <a:rPr lang="es-ES" dirty="0"/>
              <a:t>BUSES INTERNOS: Bus de datos, bus de direcciones, bus de control.</a:t>
            </a:r>
          </a:p>
          <a:p>
            <a:endParaRPr lang="es-ES" dirty="0"/>
          </a:p>
          <a:p>
            <a:r>
              <a:rPr lang="es-ES" dirty="0"/>
              <a:t>BUSES EXTERNOS/PERIFERICOS: PCI, USB, SATA, SPI, CAM.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207221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101AF-7F4A-A0CA-EC53-12A65CC2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IMÁGENES BUSES DE COMUNICACION</a:t>
            </a:r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DAE6D22D-229D-9495-5E6E-28BEAB16F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089" y="2175933"/>
            <a:ext cx="5682897" cy="29732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2C56128-D8A3-EE70-4320-D1CCC3FA8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099" y="2173288"/>
            <a:ext cx="4718050" cy="3209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780777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B4BD4-E504-8E79-299D-D2405D3C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COMO ARRANCA UN PC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057C2-E906-C8CE-86C7-88F4C430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Cuando pulsamos el botón de encendido, la fuente de alimentación empieza a proporcionar electricidad a todos los componentes del sistema.</a:t>
            </a:r>
          </a:p>
          <a:p>
            <a:r>
              <a:rPr lang="es-ES" dirty="0"/>
              <a:t>Envía energía a la placa base, CPU, memoria y demás componentes.</a:t>
            </a:r>
          </a:p>
          <a:p>
            <a:r>
              <a:rPr lang="es-ES" dirty="0"/>
              <a:t>Cuando todo está estable, envía una señal llamada </a:t>
            </a:r>
            <a:r>
              <a:rPr lang="es-ES" b="1" dirty="0"/>
              <a:t>Power Good </a:t>
            </a:r>
            <a:r>
              <a:rPr lang="es-ES" dirty="0"/>
              <a:t>para indicar que puede empezar a trabajar.</a:t>
            </a:r>
          </a:p>
          <a:p>
            <a:r>
              <a:rPr lang="es-ES" dirty="0"/>
              <a:t>La primera labor que realiza el procesador es limpiar todos los registros internos para poder recibir las primeras instrucciones.</a:t>
            </a:r>
          </a:p>
          <a:p>
            <a:r>
              <a:rPr lang="es-ES" dirty="0"/>
              <a:t>Otra función muy importante es leer el contenido de la memoria CMOS, que es donde se encuentra la información de la BIOS y es donde se almacenan aspectos importantes como el orden de arranque de las unidades de almacenamiento.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0742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B460684B-B3EF-16AC-32E7-6AB41A35B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614" y="1085850"/>
            <a:ext cx="7332342" cy="46877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8014188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735AE-934C-05D6-B884-A16CB826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COMPONENTES DE UN PC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1FF246-3E7A-EB42-C75A-5BD5F822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 sz="1700" dirty="0"/>
              <a:t>1- Placa base</a:t>
            </a:r>
          </a:p>
          <a:p>
            <a:r>
              <a:rPr lang="es-ES" sz="1700" dirty="0"/>
              <a:t>2- Procesador o CPU</a:t>
            </a:r>
          </a:p>
          <a:p>
            <a:r>
              <a:rPr lang="es-ES" sz="1700" dirty="0"/>
              <a:t>3- Memoria RAM</a:t>
            </a:r>
          </a:p>
          <a:p>
            <a:r>
              <a:rPr lang="es-ES" sz="1700" dirty="0"/>
              <a:t>4- BIOS</a:t>
            </a:r>
          </a:p>
          <a:p>
            <a:r>
              <a:rPr lang="es-ES" sz="1700" dirty="0"/>
              <a:t>5- Ranuras de Expansión</a:t>
            </a:r>
          </a:p>
          <a:p>
            <a:r>
              <a:rPr lang="es-ES" sz="1700" dirty="0"/>
              <a:t>6- Tarjeta Grafica</a:t>
            </a:r>
          </a:p>
          <a:p>
            <a:r>
              <a:rPr lang="es-ES" sz="1700" dirty="0"/>
              <a:t>7- Disco duro</a:t>
            </a:r>
          </a:p>
          <a:p>
            <a:r>
              <a:rPr lang="es-ES" sz="1700" dirty="0"/>
              <a:t>8- Fuente de alimentación</a:t>
            </a:r>
          </a:p>
          <a:p>
            <a:r>
              <a:rPr lang="es-ES" sz="1700" dirty="0"/>
              <a:t>9- Ventilador de extracción de aire</a:t>
            </a:r>
          </a:p>
          <a:p>
            <a:r>
              <a:rPr lang="es-ES" sz="1700" dirty="0"/>
              <a:t>10- Ventilador auxiliar de entrada de aire</a:t>
            </a:r>
          </a:p>
          <a:p>
            <a:r>
              <a:rPr lang="es-ES" sz="1700" dirty="0"/>
              <a:t>11- Caja</a:t>
            </a:r>
          </a:p>
        </p:txBody>
      </p:sp>
    </p:spTree>
    <p:extLst>
      <p:ext uri="{BB962C8B-B14F-4D97-AF65-F5344CB8AC3E}">
        <p14:creationId xmlns:p14="http://schemas.microsoft.com/office/powerpoint/2010/main" val="3692534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D0B4-ADDC-ED69-4B75-B14F80EF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4000" dirty="0"/>
              <a:t>IMÁGENES DE UN PC POR DENTRO</a:t>
            </a:r>
          </a:p>
        </p:txBody>
      </p:sp>
      <p:pic>
        <p:nvPicPr>
          <p:cNvPr id="4" name="Imagen 3" descr="Imagen que contiene interior, azul, tabla, computadora&#10;&#10;El contenido generado por IA puede ser incorrecto.">
            <a:extLst>
              <a:ext uri="{FF2B5EF4-FFF2-40B4-BE49-F238E27FC236}">
                <a16:creationId xmlns:a16="http://schemas.microsoft.com/office/drawing/2014/main" id="{4EB6707C-E87B-026F-2FDB-A7178393C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864" y="2004482"/>
            <a:ext cx="3692525" cy="3663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n 4" descr="Imagen que contiene electrónica, computadora, tabla, teclado&#10;&#10;El contenido generado por IA puede ser incorrecto.">
            <a:extLst>
              <a:ext uri="{FF2B5EF4-FFF2-40B4-BE49-F238E27FC236}">
                <a16:creationId xmlns:a16="http://schemas.microsoft.com/office/drawing/2014/main" id="{97C31D11-0AB9-529F-B1D4-F108008B5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540" y="1905531"/>
            <a:ext cx="3693584" cy="3883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2797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FEC56-424E-7C4B-8877-7B8A25F3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BIBLIOGRAFIA Y WEBGRAFIA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8520B-94A3-F37A-9794-C96AFB751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ChatGTP </a:t>
            </a:r>
          </a:p>
          <a:p>
            <a:r>
              <a:rPr lang="es-ES" dirty="0"/>
              <a:t>Google </a:t>
            </a:r>
          </a:p>
          <a:p>
            <a:r>
              <a:rPr lang="es-ES" dirty="0"/>
              <a:t>Toma de apuntes del curso de ISO</a:t>
            </a:r>
          </a:p>
          <a:p>
            <a:r>
              <a:rPr lang="es-ES" dirty="0"/>
              <a:t>Toma de apuntes del Curso de FW</a:t>
            </a:r>
          </a:p>
          <a:p>
            <a:r>
              <a:rPr lang="es-ES" dirty="0"/>
              <a:t>Diapositiva de En el interior del PC</a:t>
            </a:r>
          </a:p>
          <a:p>
            <a:r>
              <a:rPr lang="es-ES" dirty="0"/>
              <a:t>Wikipedia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6427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C342B-A5E3-F9BB-0AD4-69CD34D2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CONCLUSIONES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61B023-49F4-E3B3-DF04-D380E9E04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Poder aprender un poco de la historia de los ordenadores y poder comprender el funcionamiento de cada pieza dentro de ella ha sido una experiencia muy satisfactoria, conocer más a fondo sobre los sistemas operativos, las unidades de medida y como pueden transferirse los datos para un mejor aprovechamiento del usuario es algo que se tiene que resaltar. </a:t>
            </a:r>
          </a:p>
          <a:p>
            <a:r>
              <a:rPr lang="es-ES" dirty="0"/>
              <a:t>Mis conocimientos gracias a esta parte de la introducción del curso se han expandido y puedo notar la importancia de cada elemento en lo que se refiere a la informática en general.</a:t>
            </a:r>
          </a:p>
        </p:txBody>
      </p:sp>
    </p:spTree>
    <p:extLst>
      <p:ext uri="{BB962C8B-B14F-4D97-AF65-F5344CB8AC3E}">
        <p14:creationId xmlns:p14="http://schemas.microsoft.com/office/powerpoint/2010/main" val="2908632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178</TotalTime>
  <Words>612</Words>
  <Application>Microsoft Office PowerPoint</Application>
  <PresentationFormat>Panorámica</PresentationFormat>
  <Paragraphs>48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Espiral</vt:lpstr>
      <vt:lpstr>EN EL INTERIOR DE UN PC</vt:lpstr>
      <vt:lpstr>INDICE</vt:lpstr>
      <vt:lpstr>ORIGEN Y CREACION DEL PC</vt:lpstr>
      <vt:lpstr>Presentación de PowerPoint</vt:lpstr>
      <vt:lpstr>¿COMO FUNCIONA?</vt:lpstr>
      <vt:lpstr>UNIDADES DE MEDIDA</vt:lpstr>
      <vt:lpstr>COMUNICACIONES SERIE Y PARALELO</vt:lpstr>
      <vt:lpstr>ESQUEMA BASICO DE UN PC</vt:lpstr>
      <vt:lpstr>PUENTE NORTE Y PUENTE SUR </vt:lpstr>
      <vt:lpstr>IMÁGENES PUENTE NORTE PUENTE SUR</vt:lpstr>
      <vt:lpstr>BUSES DE COMUNICACION</vt:lpstr>
      <vt:lpstr>IMÁGENES BUSES DE COMUNICACION</vt:lpstr>
      <vt:lpstr>COMO ARRANCA UN PC</vt:lpstr>
      <vt:lpstr>Presentación de PowerPoint</vt:lpstr>
      <vt:lpstr>COMPONENTES DE UN PC</vt:lpstr>
      <vt:lpstr>IMÁGENES DE UN PC POR DENTRO</vt:lpstr>
      <vt:lpstr>BIBLIOGRAFIA Y WEBGRAFIA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ASIR1-12</dc:creator>
  <cp:lastModifiedBy>ASIR1-12</cp:lastModifiedBy>
  <cp:revision>625</cp:revision>
  <dcterms:created xsi:type="dcterms:W3CDTF">2025-09-22T10:36:52Z</dcterms:created>
  <dcterms:modified xsi:type="dcterms:W3CDTF">2025-09-27T11:54:34Z</dcterms:modified>
</cp:coreProperties>
</file>